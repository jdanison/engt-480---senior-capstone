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64" r:id="rId3"/>
    <p:sldId id="260" r:id="rId4"/>
    <p:sldId id="328" r:id="rId5"/>
    <p:sldId id="329" r:id="rId6"/>
    <p:sldId id="330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support lab testing as requested.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develop data offloading software.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Performed lab testing on Kingpin assembly.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features to Wabash data offloading software.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Attended meetings and class.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Contributed to Capstone Poster.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4">
        <dgm:presLayoutVars>
          <dgm:chMax val="0"/>
          <dgm:chPref val="0"/>
        </dgm:presLayoutVars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1" presStyleCnt="4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2" presStyleCnt="4">
        <dgm:presLayoutVars>
          <dgm:chMax val="0"/>
          <dgm:chPref val="0"/>
        </dgm:presLayoutVars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feel that I accomplished everything that I said I would do over these past couple weeks.</a:t>
          </a:r>
        </a:p>
        <a:p>
          <a:r>
            <a:rPr lang="en-US" dirty="0"/>
            <a:t>The data offloading software is practically finished!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attended all lectures, labs, and meetings w/ the client.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develop data offloading software.</a:t>
          </a:r>
        </a:p>
        <a:p>
          <a:pPr>
            <a:lnSpc>
              <a:spcPct val="100000"/>
            </a:lnSpc>
          </a:pPr>
          <a:r>
            <a:rPr lang="en-US" dirty="0"/>
            <a:t>Continue to show up to class.</a:t>
          </a:r>
        </a:p>
        <a:p>
          <a:pPr>
            <a:lnSpc>
              <a:spcPct val="100000"/>
            </a:lnSpc>
          </a:pPr>
          <a:r>
            <a:rPr lang="en-US" dirty="0"/>
            <a:t>Continue to support lab testing as requested by the team.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add client feature requests in data offloading software. </a:t>
          </a:r>
        </a:p>
        <a:p>
          <a:pPr>
            <a:lnSpc>
              <a:spcPct val="100000"/>
            </a:lnSpc>
          </a:pPr>
          <a:r>
            <a:rPr lang="en-US" dirty="0"/>
            <a:t>Send compiled .exe to Luke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support lab testing as requested.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develop data offloading software.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Performed lab testing on Kingpin assembly.</a:t>
          </a:r>
        </a:p>
      </dsp:txBody>
      <dsp:txXfrm>
        <a:off x="1339618" y="2288"/>
        <a:ext cx="5024605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Added features to Wabash data offloading software.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Attended meetings and class.</a:t>
          </a:r>
        </a:p>
      </dsp:txBody>
      <dsp:txXfrm>
        <a:off x="1339618" y="2901896"/>
        <a:ext cx="5024605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Contributed to Capstone Poster.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 feel that I accomplished everything that I said I would do over these past couple weeks.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data offloading software is practically finished!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 attended all lectures, labs, and meetings w/ the client.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42736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2095516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develop data offloading software.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show up to class.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support lab testing as requested by the team.</a:t>
          </a:r>
        </a:p>
      </dsp:txBody>
      <dsp:txXfrm>
        <a:off x="765914" y="2816144"/>
        <a:ext cx="4320000" cy="1242628"/>
      </dsp:txXfrm>
    </dsp:sp>
    <dsp:sp modelId="{3C0C3B54-0C6A-44F7-8672-C39FD3FC5F1B}">
      <dsp:nvSpPr>
        <dsp:cNvPr id="0" name=""/>
        <dsp:cNvSpPr/>
      </dsp:nvSpPr>
      <dsp:spPr>
        <a:xfrm>
          <a:off x="7245914" y="42736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095516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add client feature requests in data offloading software.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Send compiled .exe to Luke</a:t>
          </a:r>
        </a:p>
      </dsp:txBody>
      <dsp:txXfrm>
        <a:off x="5841914" y="2816144"/>
        <a:ext cx="4320000" cy="124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20ED-F8A7-4F85-9F27-47F7F878868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4E67-06E3-4533-81B7-9EA7F3285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164480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I Have Done Over The Past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77626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9ECB-A830-9537-EB0E-85E1D2B2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AF0BC44-CEED-A231-DE04-0026B5FB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CB9655-DED2-D60B-5606-76D7F9E2DAE2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Lab Testing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26D99F-E4B3-F028-C21F-B2ECA609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62" y="1327666"/>
            <a:ext cx="4085843" cy="5530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382E63-04C1-E183-BA4B-EE1E0007D2CE}"/>
              </a:ext>
            </a:extLst>
          </p:cNvPr>
          <p:cNvSpPr txBox="1"/>
          <p:nvPr/>
        </p:nvSpPr>
        <p:spPr>
          <a:xfrm>
            <a:off x="340468" y="2315182"/>
            <a:ext cx="50486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Went to Wabash: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Attached system to their rig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Gathered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Troubleshot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Showed offloading software</a:t>
            </a:r>
          </a:p>
        </p:txBody>
      </p:sp>
    </p:spTree>
    <p:extLst>
      <p:ext uri="{BB962C8B-B14F-4D97-AF65-F5344CB8AC3E}">
        <p14:creationId xmlns:p14="http://schemas.microsoft.com/office/powerpoint/2010/main" val="74953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5A95-6BD6-552D-D5CC-36F8EDCB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2489E07-2916-32C0-F46C-E79142CB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23E5C9-0069-3A0F-B4F1-706C2048958A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E2F96-174D-69D9-9FD1-77CA4BB2F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553358"/>
            <a:ext cx="9293157" cy="5024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BB017E-7F9F-76C2-1BE3-87FBA63D490D}"/>
              </a:ext>
            </a:extLst>
          </p:cNvPr>
          <p:cNvSpPr txBox="1"/>
          <p:nvPr/>
        </p:nvSpPr>
        <p:spPr>
          <a:xfrm>
            <a:off x="68094" y="2788535"/>
            <a:ext cx="2675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Software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Added data viewer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 offloaded data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 LoRa fall back &amp; Multiple Wi-Fi configuration setup</a:t>
            </a:r>
          </a:p>
        </p:txBody>
      </p:sp>
    </p:spTree>
    <p:extLst>
      <p:ext uri="{BB962C8B-B14F-4D97-AF65-F5344CB8AC3E}">
        <p14:creationId xmlns:p14="http://schemas.microsoft.com/office/powerpoint/2010/main" val="408890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8F45-0931-D134-8762-2412E089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706541-3B5F-9DD3-550D-260381FFF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8AED5B9-A632-7CBE-679A-D5ED706EF429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977B6-F6B6-81FC-4545-56BE6C145EBF}"/>
              </a:ext>
            </a:extLst>
          </p:cNvPr>
          <p:cNvSpPr txBox="1"/>
          <p:nvPr/>
        </p:nvSpPr>
        <p:spPr>
          <a:xfrm>
            <a:off x="486384" y="2812669"/>
            <a:ext cx="2675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Software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Added data viewer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 offloaded data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 LoRa fall back &amp; Multiple Wi-Fi configuration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37C08-C6B8-C233-9582-9352207E9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324" y="1413611"/>
            <a:ext cx="7163881" cy="535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01043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Upcoming Weeks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082422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234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Wabash Capstone Project Notes 08</vt:lpstr>
      <vt:lpstr>What Did I Say I Would Do This Week?</vt:lpstr>
      <vt:lpstr>What I Have Done Over The Past Week</vt:lpstr>
      <vt:lpstr>PowerPoint Presentation</vt:lpstr>
      <vt:lpstr>PowerPoint Presentation</vt:lpstr>
      <vt:lpstr>PowerPoint Presentation</vt:lpstr>
      <vt:lpstr>Did I Do What I Say I Would Do?</vt:lpstr>
      <vt:lpstr>Plans For Upcoming Weeks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41</cp:revision>
  <dcterms:created xsi:type="dcterms:W3CDTF">2025-09-22T13:39:50Z</dcterms:created>
  <dcterms:modified xsi:type="dcterms:W3CDTF">2026-04-26T00:48:30Z</dcterms:modified>
</cp:coreProperties>
</file>
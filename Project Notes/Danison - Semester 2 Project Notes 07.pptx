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8"/>
  </p:notesMasterIdLst>
  <p:sldIdLst>
    <p:sldId id="256" r:id="rId2"/>
    <p:sldId id="264" r:id="rId3"/>
    <p:sldId id="260" r:id="rId4"/>
    <p:sldId id="265" r:id="rId5"/>
    <p:sldId id="266" r:id="rId6"/>
    <p:sldId id="328" r:id="rId7"/>
    <p:sldId id="329" r:id="rId8"/>
    <p:sldId id="330" r:id="rId9"/>
    <p:sldId id="331" r:id="rId10"/>
    <p:sldId id="332" r:id="rId11"/>
    <p:sldId id="333" r:id="rId12"/>
    <p:sldId id="334" r:id="rId13"/>
    <p:sldId id="335" r:id="rId14"/>
    <p:sldId id="336" r:id="rId15"/>
    <p:sldId id="258" r:id="rId16"/>
    <p:sldId id="25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98" d="100"/>
          <a:sy n="98" d="100"/>
        </p:scale>
        <p:origin x="84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4" Type="http://schemas.openxmlformats.org/officeDocument/2006/relationships/image" Target="../media/image6.svg"/></Relationships>
</file>

<file path=ppt/diagrams/_rels/data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svg"/><Relationship Id="rId1" Type="http://schemas.openxmlformats.org/officeDocument/2006/relationships/image" Target="../media/image24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4" Type="http://schemas.openxmlformats.org/officeDocument/2006/relationships/image" Target="../media/image6.svg"/></Relationships>
</file>

<file path=ppt/diagrams/_rels/drawing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svg"/><Relationship Id="rId1" Type="http://schemas.openxmlformats.org/officeDocument/2006/relationships/image" Target="../media/image2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1F3629E-7B87-4149-BEDE-508A2BF7244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1E6F13B-87C1-4938-A4DE-08EE0651C8D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Continue to support lab testing as requested.</a:t>
          </a:r>
        </a:p>
      </dgm:t>
    </dgm:pt>
    <dgm:pt modelId="{1990ADE8-CC37-405F-83EF-993A109E6D73}" type="parTrans" cxnId="{534740D0-CE20-4C8D-8C08-328A883C9D9F}">
      <dgm:prSet/>
      <dgm:spPr/>
      <dgm:t>
        <a:bodyPr/>
        <a:lstStyle/>
        <a:p>
          <a:endParaRPr lang="en-US"/>
        </a:p>
      </dgm:t>
    </dgm:pt>
    <dgm:pt modelId="{9D22DBC1-26D6-4853-90F1-4B14011A8763}" type="sibTrans" cxnId="{534740D0-CE20-4C8D-8C08-328A883C9D9F}">
      <dgm:prSet/>
      <dgm:spPr/>
      <dgm:t>
        <a:bodyPr/>
        <a:lstStyle/>
        <a:p>
          <a:endParaRPr lang="en-US"/>
        </a:p>
      </dgm:t>
    </dgm:pt>
    <dgm:pt modelId="{1EBE1407-3927-434B-B855-B629929A51F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Continue to develop data offloading software.</a:t>
          </a:r>
        </a:p>
      </dgm:t>
    </dgm:pt>
    <dgm:pt modelId="{B2D38706-E25E-4410-A5F3-139749A6F76A}" type="parTrans" cxnId="{DD97DAA0-47A3-416A-8DFF-D8668CD77FB4}">
      <dgm:prSet/>
      <dgm:spPr/>
      <dgm:t>
        <a:bodyPr/>
        <a:lstStyle/>
        <a:p>
          <a:endParaRPr lang="en-US"/>
        </a:p>
      </dgm:t>
    </dgm:pt>
    <dgm:pt modelId="{82793429-FB0A-405F-B604-6ABB2FDAB99C}" type="sibTrans" cxnId="{DD97DAA0-47A3-416A-8DFF-D8668CD77FB4}">
      <dgm:prSet/>
      <dgm:spPr/>
      <dgm:t>
        <a:bodyPr/>
        <a:lstStyle/>
        <a:p>
          <a:endParaRPr lang="en-US"/>
        </a:p>
      </dgm:t>
    </dgm:pt>
    <dgm:pt modelId="{F54D8EAB-799D-4CF2-9EC1-415E36248699}" type="pres">
      <dgm:prSet presAssocID="{F1F3629E-7B87-4149-BEDE-508A2BF7244F}" presName="root" presStyleCnt="0">
        <dgm:presLayoutVars>
          <dgm:dir/>
          <dgm:resizeHandles val="exact"/>
        </dgm:presLayoutVars>
      </dgm:prSet>
      <dgm:spPr/>
    </dgm:pt>
    <dgm:pt modelId="{6D4F9019-CA05-4C9B-B603-CDA5EFD9B127}" type="pres">
      <dgm:prSet presAssocID="{81E6F13B-87C1-4938-A4DE-08EE0651C8D2}" presName="compNode" presStyleCnt="0"/>
      <dgm:spPr/>
    </dgm:pt>
    <dgm:pt modelId="{6B9D5D17-7810-4649-9442-C76BDA8E5602}" type="pres">
      <dgm:prSet presAssocID="{81E6F13B-87C1-4938-A4DE-08EE0651C8D2}" presName="bgRect" presStyleLbl="bgShp" presStyleIdx="0" presStyleCnt="2"/>
      <dgm:spPr/>
    </dgm:pt>
    <dgm:pt modelId="{AE918213-D440-4B86-BB99-B636DD0A157E}" type="pres">
      <dgm:prSet presAssocID="{81E6F13B-87C1-4938-A4DE-08EE0651C8D2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E8D4BEB4-99F2-47AD-B958-71C00CBAE2E5}" type="pres">
      <dgm:prSet presAssocID="{81E6F13B-87C1-4938-A4DE-08EE0651C8D2}" presName="spaceRect" presStyleCnt="0"/>
      <dgm:spPr/>
    </dgm:pt>
    <dgm:pt modelId="{0BFB30E3-5676-4181-96D1-AF545B6BA7B8}" type="pres">
      <dgm:prSet presAssocID="{81E6F13B-87C1-4938-A4DE-08EE0651C8D2}" presName="parTx" presStyleLbl="revTx" presStyleIdx="0" presStyleCnt="2">
        <dgm:presLayoutVars>
          <dgm:chMax val="0"/>
          <dgm:chPref val="0"/>
        </dgm:presLayoutVars>
      </dgm:prSet>
      <dgm:spPr/>
    </dgm:pt>
    <dgm:pt modelId="{ED5F06AB-286E-49E4-B623-47E8F8E72D85}" type="pres">
      <dgm:prSet presAssocID="{9D22DBC1-26D6-4853-90F1-4B14011A8763}" presName="sibTrans" presStyleCnt="0"/>
      <dgm:spPr/>
    </dgm:pt>
    <dgm:pt modelId="{198093E0-709F-4C8D-BD2C-53CBE7B233D8}" type="pres">
      <dgm:prSet presAssocID="{1EBE1407-3927-434B-B855-B629929A51F6}" presName="compNode" presStyleCnt="0"/>
      <dgm:spPr/>
    </dgm:pt>
    <dgm:pt modelId="{B18A1257-076A-4F91-A016-1610F6A7F482}" type="pres">
      <dgm:prSet presAssocID="{1EBE1407-3927-434B-B855-B629929A51F6}" presName="bgRect" presStyleLbl="bgShp" presStyleIdx="1" presStyleCnt="2"/>
      <dgm:spPr/>
    </dgm:pt>
    <dgm:pt modelId="{461E3141-63A1-42AD-B2B6-B48A0801F17E}" type="pres">
      <dgm:prSet presAssocID="{1EBE1407-3927-434B-B855-B629929A51F6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050FF4D4-4F33-4315-8375-2EBA2FE7A4BE}" type="pres">
      <dgm:prSet presAssocID="{1EBE1407-3927-434B-B855-B629929A51F6}" presName="spaceRect" presStyleCnt="0"/>
      <dgm:spPr/>
    </dgm:pt>
    <dgm:pt modelId="{19473300-850D-46BD-A69B-B6439C1D162A}" type="pres">
      <dgm:prSet presAssocID="{1EBE1407-3927-434B-B855-B629929A51F6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E9E6DB46-8900-48B2-B7C3-55A77B6AD48A}" type="presOf" srcId="{1EBE1407-3927-434B-B855-B629929A51F6}" destId="{19473300-850D-46BD-A69B-B6439C1D162A}" srcOrd="0" destOrd="0" presId="urn:microsoft.com/office/officeart/2018/2/layout/IconVerticalSolidList"/>
    <dgm:cxn modelId="{C936D089-5247-4D05-94E8-E306C65C1B1E}" type="presOf" srcId="{81E6F13B-87C1-4938-A4DE-08EE0651C8D2}" destId="{0BFB30E3-5676-4181-96D1-AF545B6BA7B8}" srcOrd="0" destOrd="0" presId="urn:microsoft.com/office/officeart/2018/2/layout/IconVerticalSolidList"/>
    <dgm:cxn modelId="{DD97DAA0-47A3-416A-8DFF-D8668CD77FB4}" srcId="{F1F3629E-7B87-4149-BEDE-508A2BF7244F}" destId="{1EBE1407-3927-434B-B855-B629929A51F6}" srcOrd="1" destOrd="0" parTransId="{B2D38706-E25E-4410-A5F3-139749A6F76A}" sibTransId="{82793429-FB0A-405F-B604-6ABB2FDAB99C}"/>
    <dgm:cxn modelId="{7D3A23B7-4200-4387-991B-94503B590D26}" type="presOf" srcId="{F1F3629E-7B87-4149-BEDE-508A2BF7244F}" destId="{F54D8EAB-799D-4CF2-9EC1-415E36248699}" srcOrd="0" destOrd="0" presId="urn:microsoft.com/office/officeart/2018/2/layout/IconVerticalSolidList"/>
    <dgm:cxn modelId="{534740D0-CE20-4C8D-8C08-328A883C9D9F}" srcId="{F1F3629E-7B87-4149-BEDE-508A2BF7244F}" destId="{81E6F13B-87C1-4938-A4DE-08EE0651C8D2}" srcOrd="0" destOrd="0" parTransId="{1990ADE8-CC37-405F-83EF-993A109E6D73}" sibTransId="{9D22DBC1-26D6-4853-90F1-4B14011A8763}"/>
    <dgm:cxn modelId="{22810664-DE4C-4F8D-8DB3-1767FA88A67E}" type="presParOf" srcId="{F54D8EAB-799D-4CF2-9EC1-415E36248699}" destId="{6D4F9019-CA05-4C9B-B603-CDA5EFD9B127}" srcOrd="0" destOrd="0" presId="urn:microsoft.com/office/officeart/2018/2/layout/IconVerticalSolidList"/>
    <dgm:cxn modelId="{67A578C0-0392-4B3C-80A7-13A48097FA8E}" type="presParOf" srcId="{6D4F9019-CA05-4C9B-B603-CDA5EFD9B127}" destId="{6B9D5D17-7810-4649-9442-C76BDA8E5602}" srcOrd="0" destOrd="0" presId="urn:microsoft.com/office/officeart/2018/2/layout/IconVerticalSolidList"/>
    <dgm:cxn modelId="{CCB264C7-5C60-4FDA-AACC-524FA34CB24C}" type="presParOf" srcId="{6D4F9019-CA05-4C9B-B603-CDA5EFD9B127}" destId="{AE918213-D440-4B86-BB99-B636DD0A157E}" srcOrd="1" destOrd="0" presId="urn:microsoft.com/office/officeart/2018/2/layout/IconVerticalSolidList"/>
    <dgm:cxn modelId="{1C076DE9-2F56-4664-9851-F7951FDDC046}" type="presParOf" srcId="{6D4F9019-CA05-4C9B-B603-CDA5EFD9B127}" destId="{E8D4BEB4-99F2-47AD-B958-71C00CBAE2E5}" srcOrd="2" destOrd="0" presId="urn:microsoft.com/office/officeart/2018/2/layout/IconVerticalSolidList"/>
    <dgm:cxn modelId="{657A6316-CED7-47E0-AB2B-3B74DC09C12E}" type="presParOf" srcId="{6D4F9019-CA05-4C9B-B603-CDA5EFD9B127}" destId="{0BFB30E3-5676-4181-96D1-AF545B6BA7B8}" srcOrd="3" destOrd="0" presId="urn:microsoft.com/office/officeart/2018/2/layout/IconVerticalSolidList"/>
    <dgm:cxn modelId="{6794E86E-E31E-49D2-B401-86A76ABCCEB8}" type="presParOf" srcId="{F54D8EAB-799D-4CF2-9EC1-415E36248699}" destId="{ED5F06AB-286E-49E4-B623-47E8F8E72D85}" srcOrd="1" destOrd="0" presId="urn:microsoft.com/office/officeart/2018/2/layout/IconVerticalSolidList"/>
    <dgm:cxn modelId="{45F5263F-715C-4190-91FE-A8C8547A50AA}" type="presParOf" srcId="{F54D8EAB-799D-4CF2-9EC1-415E36248699}" destId="{198093E0-709F-4C8D-BD2C-53CBE7B233D8}" srcOrd="2" destOrd="0" presId="urn:microsoft.com/office/officeart/2018/2/layout/IconVerticalSolidList"/>
    <dgm:cxn modelId="{05078E09-A4B1-41E8-8AD2-D939E252A300}" type="presParOf" srcId="{198093E0-709F-4C8D-BD2C-53CBE7B233D8}" destId="{B18A1257-076A-4F91-A016-1610F6A7F482}" srcOrd="0" destOrd="0" presId="urn:microsoft.com/office/officeart/2018/2/layout/IconVerticalSolidList"/>
    <dgm:cxn modelId="{17F2F276-5195-44C3-A9D9-AD3FFBE2CED1}" type="presParOf" srcId="{198093E0-709F-4C8D-BD2C-53CBE7B233D8}" destId="{461E3141-63A1-42AD-B2B6-B48A0801F17E}" srcOrd="1" destOrd="0" presId="urn:microsoft.com/office/officeart/2018/2/layout/IconVerticalSolidList"/>
    <dgm:cxn modelId="{B65EAFEC-45E4-46FA-A76B-F75CDE1E3BFA}" type="presParOf" srcId="{198093E0-709F-4C8D-BD2C-53CBE7B233D8}" destId="{050FF4D4-4F33-4315-8375-2EBA2FE7A4BE}" srcOrd="2" destOrd="0" presId="urn:microsoft.com/office/officeart/2018/2/layout/IconVerticalSolidList"/>
    <dgm:cxn modelId="{1A1E399B-792B-4ACA-A050-4244A6618CD6}" type="presParOf" srcId="{198093E0-709F-4C8D-BD2C-53CBE7B233D8}" destId="{19473300-850D-46BD-A69B-B6439C1D162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64C24B8-351A-4A7B-A7E2-5D86E48C631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2588E0A3-091B-4937-B5B4-6C3772D422E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Performed lab testing on Kingpin assembly and on steel cutout.</a:t>
          </a:r>
        </a:p>
      </dgm:t>
    </dgm:pt>
    <dgm:pt modelId="{B48638FE-D6E6-4F1B-989E-722BBDA47FE8}" type="parTrans" cxnId="{A68B8DF7-E811-440B-BFF9-40752847E35B}">
      <dgm:prSet/>
      <dgm:spPr/>
      <dgm:t>
        <a:bodyPr/>
        <a:lstStyle/>
        <a:p>
          <a:endParaRPr lang="en-US"/>
        </a:p>
      </dgm:t>
    </dgm:pt>
    <dgm:pt modelId="{945AD126-2C5B-4872-9964-B43B24A3ADC3}" type="sibTrans" cxnId="{A68B8DF7-E811-440B-BFF9-40752847E35B}">
      <dgm:prSet/>
      <dgm:spPr/>
      <dgm:t>
        <a:bodyPr/>
        <a:lstStyle/>
        <a:p>
          <a:endParaRPr lang="en-US"/>
        </a:p>
      </dgm:t>
    </dgm:pt>
    <dgm:pt modelId="{57B85C33-0685-409C-A29C-E02D2ECE592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Added features to Wabash data offloading software.</a:t>
          </a:r>
        </a:p>
      </dgm:t>
    </dgm:pt>
    <dgm:pt modelId="{C0AF805D-22F5-439B-ABE1-032B36238EED}" type="parTrans" cxnId="{71D01192-E5A7-4914-B47C-BCC442524C8F}">
      <dgm:prSet/>
      <dgm:spPr/>
      <dgm:t>
        <a:bodyPr/>
        <a:lstStyle/>
        <a:p>
          <a:endParaRPr lang="en-US"/>
        </a:p>
      </dgm:t>
    </dgm:pt>
    <dgm:pt modelId="{244379AB-9084-4C88-900A-58D25950555C}" type="sibTrans" cxnId="{71D01192-E5A7-4914-B47C-BCC442524C8F}">
      <dgm:prSet/>
      <dgm:spPr/>
      <dgm:t>
        <a:bodyPr/>
        <a:lstStyle/>
        <a:p>
          <a:endParaRPr lang="en-US"/>
        </a:p>
      </dgm:t>
    </dgm:pt>
    <dgm:pt modelId="{5BF0FB46-B5D8-488D-9AB3-A2E75D2A1E1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Attended meetings and class.</a:t>
          </a:r>
        </a:p>
      </dgm:t>
    </dgm:pt>
    <dgm:pt modelId="{FA7502AB-26C5-437E-88CB-7144E935CCF3}" type="parTrans" cxnId="{F4A1C634-CB44-4FDA-954B-617AAA74A9BD}">
      <dgm:prSet/>
      <dgm:spPr/>
      <dgm:t>
        <a:bodyPr/>
        <a:lstStyle/>
        <a:p>
          <a:endParaRPr lang="en-US"/>
        </a:p>
      </dgm:t>
    </dgm:pt>
    <dgm:pt modelId="{CA6C28F2-78E1-4861-B218-D66D2F118DB4}" type="sibTrans" cxnId="{F4A1C634-CB44-4FDA-954B-617AAA74A9BD}">
      <dgm:prSet/>
      <dgm:spPr/>
      <dgm:t>
        <a:bodyPr/>
        <a:lstStyle/>
        <a:p>
          <a:endParaRPr lang="en-US"/>
        </a:p>
      </dgm:t>
    </dgm:pt>
    <dgm:pt modelId="{33253709-F523-4BFA-AED7-B7661C12C38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Updated schematics and recorded Gate 5.5 presentation.</a:t>
          </a:r>
        </a:p>
      </dgm:t>
    </dgm:pt>
    <dgm:pt modelId="{B2F119B4-2E50-4D32-9E68-A82498BE9ABF}" type="parTrans" cxnId="{EF35F3C9-85B3-4679-8753-BA7DC35FB8C4}">
      <dgm:prSet/>
      <dgm:spPr/>
      <dgm:t>
        <a:bodyPr/>
        <a:lstStyle/>
        <a:p>
          <a:endParaRPr lang="en-US"/>
        </a:p>
      </dgm:t>
    </dgm:pt>
    <dgm:pt modelId="{16AFF9DA-FD3B-424D-8EBE-01FD5E13C2D4}" type="sibTrans" cxnId="{EF35F3C9-85B3-4679-8753-BA7DC35FB8C4}">
      <dgm:prSet/>
      <dgm:spPr/>
      <dgm:t>
        <a:bodyPr/>
        <a:lstStyle/>
        <a:p>
          <a:endParaRPr lang="en-US"/>
        </a:p>
      </dgm:t>
    </dgm:pt>
    <dgm:pt modelId="{F39C53E3-9BD0-447A-8662-48927DDDAB50}" type="pres">
      <dgm:prSet presAssocID="{E64C24B8-351A-4A7B-A7E2-5D86E48C631E}" presName="root" presStyleCnt="0">
        <dgm:presLayoutVars>
          <dgm:dir/>
          <dgm:resizeHandles val="exact"/>
        </dgm:presLayoutVars>
      </dgm:prSet>
      <dgm:spPr/>
    </dgm:pt>
    <dgm:pt modelId="{C6F38AB7-8CA4-4BC0-ACCE-9FCC941944FF}" type="pres">
      <dgm:prSet presAssocID="{2588E0A3-091B-4937-B5B4-6C3772D422E0}" presName="compNode" presStyleCnt="0"/>
      <dgm:spPr/>
    </dgm:pt>
    <dgm:pt modelId="{42CF7DD4-2C83-41F7-92B8-C1269D89D243}" type="pres">
      <dgm:prSet presAssocID="{2588E0A3-091B-4937-B5B4-6C3772D422E0}" presName="bgRect" presStyleLbl="bgShp" presStyleIdx="0" presStyleCnt="4"/>
      <dgm:spPr/>
    </dgm:pt>
    <dgm:pt modelId="{4F8C95BE-3478-41BB-95BA-EAB883D98D5D}" type="pres">
      <dgm:prSet presAssocID="{2588E0A3-091B-4937-B5B4-6C3772D422E0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ard Room"/>
        </a:ext>
      </dgm:extLst>
    </dgm:pt>
    <dgm:pt modelId="{0B4A39DF-C4C1-420B-91DE-E1F37621A7E0}" type="pres">
      <dgm:prSet presAssocID="{2588E0A3-091B-4937-B5B4-6C3772D422E0}" presName="spaceRect" presStyleCnt="0"/>
      <dgm:spPr/>
    </dgm:pt>
    <dgm:pt modelId="{14FF776B-B413-4BF2-A8A5-3B004901422F}" type="pres">
      <dgm:prSet presAssocID="{2588E0A3-091B-4937-B5B4-6C3772D422E0}" presName="parTx" presStyleLbl="revTx" presStyleIdx="0" presStyleCnt="4">
        <dgm:presLayoutVars>
          <dgm:chMax val="0"/>
          <dgm:chPref val="0"/>
        </dgm:presLayoutVars>
      </dgm:prSet>
      <dgm:spPr/>
    </dgm:pt>
    <dgm:pt modelId="{810F1E19-9B4E-437E-ADAF-FB3CB30E298E}" type="pres">
      <dgm:prSet presAssocID="{945AD126-2C5B-4872-9964-B43B24A3ADC3}" presName="sibTrans" presStyleCnt="0"/>
      <dgm:spPr/>
    </dgm:pt>
    <dgm:pt modelId="{8AB2795E-FC16-4455-8C4E-477F138560FF}" type="pres">
      <dgm:prSet presAssocID="{57B85C33-0685-409C-A29C-E02D2ECE5920}" presName="compNode" presStyleCnt="0"/>
      <dgm:spPr/>
    </dgm:pt>
    <dgm:pt modelId="{7DEF96DC-EEC4-4656-A44A-DF1F0B8C6844}" type="pres">
      <dgm:prSet presAssocID="{57B85C33-0685-409C-A29C-E02D2ECE5920}" presName="bgRect" presStyleLbl="bgShp" presStyleIdx="1" presStyleCnt="4"/>
      <dgm:spPr/>
    </dgm:pt>
    <dgm:pt modelId="{4DF34195-7EAC-4C9A-B1CA-53DD6C7B48B2}" type="pres">
      <dgm:prSet presAssocID="{57B85C33-0685-409C-A29C-E02D2ECE5920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st"/>
        </a:ext>
      </dgm:extLst>
    </dgm:pt>
    <dgm:pt modelId="{158895A5-139B-4AEA-AA3B-2B1879C5ABE4}" type="pres">
      <dgm:prSet presAssocID="{57B85C33-0685-409C-A29C-E02D2ECE5920}" presName="spaceRect" presStyleCnt="0"/>
      <dgm:spPr/>
    </dgm:pt>
    <dgm:pt modelId="{8368CDD9-6885-4720-885C-B1BF2A1297ED}" type="pres">
      <dgm:prSet presAssocID="{57B85C33-0685-409C-A29C-E02D2ECE5920}" presName="parTx" presStyleLbl="revTx" presStyleIdx="1" presStyleCnt="4">
        <dgm:presLayoutVars>
          <dgm:chMax val="0"/>
          <dgm:chPref val="0"/>
        </dgm:presLayoutVars>
      </dgm:prSet>
      <dgm:spPr/>
    </dgm:pt>
    <dgm:pt modelId="{B12542D2-F5B9-4331-8603-104AAFD86C19}" type="pres">
      <dgm:prSet presAssocID="{244379AB-9084-4C88-900A-58D25950555C}" presName="sibTrans" presStyleCnt="0"/>
      <dgm:spPr/>
    </dgm:pt>
    <dgm:pt modelId="{46167DE7-DAE0-42ED-A9B8-8A83DCFF1B93}" type="pres">
      <dgm:prSet presAssocID="{5BF0FB46-B5D8-488D-9AB3-A2E75D2A1E19}" presName="compNode" presStyleCnt="0"/>
      <dgm:spPr/>
    </dgm:pt>
    <dgm:pt modelId="{CC93CEE0-5A8B-4B31-A74E-4B66707959E1}" type="pres">
      <dgm:prSet presAssocID="{5BF0FB46-B5D8-488D-9AB3-A2E75D2A1E19}" presName="bgRect" presStyleLbl="bgShp" presStyleIdx="2" presStyleCnt="4"/>
      <dgm:spPr/>
    </dgm:pt>
    <dgm:pt modelId="{F65C7004-D16B-4022-871A-9A395BA9BCC1}" type="pres">
      <dgm:prSet presAssocID="{5BF0FB46-B5D8-488D-9AB3-A2E75D2A1E19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in"/>
        </a:ext>
      </dgm:extLst>
    </dgm:pt>
    <dgm:pt modelId="{899A66A7-6D88-4532-8BD5-1DEA7FFCECDA}" type="pres">
      <dgm:prSet presAssocID="{5BF0FB46-B5D8-488D-9AB3-A2E75D2A1E19}" presName="spaceRect" presStyleCnt="0"/>
      <dgm:spPr/>
    </dgm:pt>
    <dgm:pt modelId="{69FF415E-842A-441D-9E88-A1973A5E5728}" type="pres">
      <dgm:prSet presAssocID="{5BF0FB46-B5D8-488D-9AB3-A2E75D2A1E19}" presName="parTx" presStyleLbl="revTx" presStyleIdx="2" presStyleCnt="4">
        <dgm:presLayoutVars>
          <dgm:chMax val="0"/>
          <dgm:chPref val="0"/>
        </dgm:presLayoutVars>
      </dgm:prSet>
      <dgm:spPr/>
    </dgm:pt>
    <dgm:pt modelId="{42B83635-E0F3-4A78-96DB-B34273278D37}" type="pres">
      <dgm:prSet presAssocID="{CA6C28F2-78E1-4861-B218-D66D2F118DB4}" presName="sibTrans" presStyleCnt="0"/>
      <dgm:spPr/>
    </dgm:pt>
    <dgm:pt modelId="{6E26DC9C-EEAB-462A-AE3D-093F19376045}" type="pres">
      <dgm:prSet presAssocID="{33253709-F523-4BFA-AED7-B7661C12C38B}" presName="compNode" presStyleCnt="0"/>
      <dgm:spPr/>
    </dgm:pt>
    <dgm:pt modelId="{9B357562-E3F3-4AEF-9D65-DE6168666863}" type="pres">
      <dgm:prSet presAssocID="{33253709-F523-4BFA-AED7-B7661C12C38B}" presName="bgRect" presStyleLbl="bgShp" presStyleIdx="3" presStyleCnt="4"/>
      <dgm:spPr/>
    </dgm:pt>
    <dgm:pt modelId="{4681B76F-FDB1-42AB-B980-13A96A8AEC4B}" type="pres">
      <dgm:prSet presAssocID="{33253709-F523-4BFA-AED7-B7661C12C38B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rk scene"/>
        </a:ext>
      </dgm:extLst>
    </dgm:pt>
    <dgm:pt modelId="{7F9B9ADB-87FE-41A2-9D7D-19F0A2496D86}" type="pres">
      <dgm:prSet presAssocID="{33253709-F523-4BFA-AED7-B7661C12C38B}" presName="spaceRect" presStyleCnt="0"/>
      <dgm:spPr/>
    </dgm:pt>
    <dgm:pt modelId="{821F834D-8BC7-4AE7-B71B-843F8469C493}" type="pres">
      <dgm:prSet presAssocID="{33253709-F523-4BFA-AED7-B7661C12C38B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F4A1C634-CB44-4FDA-954B-617AAA74A9BD}" srcId="{E64C24B8-351A-4A7B-A7E2-5D86E48C631E}" destId="{5BF0FB46-B5D8-488D-9AB3-A2E75D2A1E19}" srcOrd="2" destOrd="0" parTransId="{FA7502AB-26C5-437E-88CB-7144E935CCF3}" sibTransId="{CA6C28F2-78E1-4861-B218-D66D2F118DB4}"/>
    <dgm:cxn modelId="{71D01192-E5A7-4914-B47C-BCC442524C8F}" srcId="{E64C24B8-351A-4A7B-A7E2-5D86E48C631E}" destId="{57B85C33-0685-409C-A29C-E02D2ECE5920}" srcOrd="1" destOrd="0" parTransId="{C0AF805D-22F5-439B-ABE1-032B36238EED}" sibTransId="{244379AB-9084-4C88-900A-58D25950555C}"/>
    <dgm:cxn modelId="{D6482DAD-08AA-4016-803F-25E00D2993CE}" type="presOf" srcId="{5BF0FB46-B5D8-488D-9AB3-A2E75D2A1E19}" destId="{69FF415E-842A-441D-9E88-A1973A5E5728}" srcOrd="0" destOrd="0" presId="urn:microsoft.com/office/officeart/2018/2/layout/IconVerticalSolidList"/>
    <dgm:cxn modelId="{7EB9E0AD-2343-4BB6-8D31-B338D4D0895B}" type="presOf" srcId="{57B85C33-0685-409C-A29C-E02D2ECE5920}" destId="{8368CDD9-6885-4720-885C-B1BF2A1297ED}" srcOrd="0" destOrd="0" presId="urn:microsoft.com/office/officeart/2018/2/layout/IconVerticalSolidList"/>
    <dgm:cxn modelId="{B6B13FAF-B864-4091-A9F8-A8DD5E8991EB}" type="presOf" srcId="{33253709-F523-4BFA-AED7-B7661C12C38B}" destId="{821F834D-8BC7-4AE7-B71B-843F8469C493}" srcOrd="0" destOrd="0" presId="urn:microsoft.com/office/officeart/2018/2/layout/IconVerticalSolidList"/>
    <dgm:cxn modelId="{608B7EB0-B15F-44FC-96AC-A645B4C07A0F}" type="presOf" srcId="{E64C24B8-351A-4A7B-A7E2-5D86E48C631E}" destId="{F39C53E3-9BD0-447A-8662-48927DDDAB50}" srcOrd="0" destOrd="0" presId="urn:microsoft.com/office/officeart/2018/2/layout/IconVerticalSolidList"/>
    <dgm:cxn modelId="{EF35F3C9-85B3-4679-8753-BA7DC35FB8C4}" srcId="{E64C24B8-351A-4A7B-A7E2-5D86E48C631E}" destId="{33253709-F523-4BFA-AED7-B7661C12C38B}" srcOrd="3" destOrd="0" parTransId="{B2F119B4-2E50-4D32-9E68-A82498BE9ABF}" sibTransId="{16AFF9DA-FD3B-424D-8EBE-01FD5E13C2D4}"/>
    <dgm:cxn modelId="{36E6B8F4-F9EC-42DE-8E3C-9C655156C6F3}" type="presOf" srcId="{2588E0A3-091B-4937-B5B4-6C3772D422E0}" destId="{14FF776B-B413-4BF2-A8A5-3B004901422F}" srcOrd="0" destOrd="0" presId="urn:microsoft.com/office/officeart/2018/2/layout/IconVerticalSolidList"/>
    <dgm:cxn modelId="{A68B8DF7-E811-440B-BFF9-40752847E35B}" srcId="{E64C24B8-351A-4A7B-A7E2-5D86E48C631E}" destId="{2588E0A3-091B-4937-B5B4-6C3772D422E0}" srcOrd="0" destOrd="0" parTransId="{B48638FE-D6E6-4F1B-989E-722BBDA47FE8}" sibTransId="{945AD126-2C5B-4872-9964-B43B24A3ADC3}"/>
    <dgm:cxn modelId="{35755CC2-1202-4384-AABD-781A07A64620}" type="presParOf" srcId="{F39C53E3-9BD0-447A-8662-48927DDDAB50}" destId="{C6F38AB7-8CA4-4BC0-ACCE-9FCC941944FF}" srcOrd="0" destOrd="0" presId="urn:microsoft.com/office/officeart/2018/2/layout/IconVerticalSolidList"/>
    <dgm:cxn modelId="{7B573D05-25B7-4662-AF02-51A14C465F1F}" type="presParOf" srcId="{C6F38AB7-8CA4-4BC0-ACCE-9FCC941944FF}" destId="{42CF7DD4-2C83-41F7-92B8-C1269D89D243}" srcOrd="0" destOrd="0" presId="urn:microsoft.com/office/officeart/2018/2/layout/IconVerticalSolidList"/>
    <dgm:cxn modelId="{F2F89C7F-5210-4DE1-9685-2006F713CC29}" type="presParOf" srcId="{C6F38AB7-8CA4-4BC0-ACCE-9FCC941944FF}" destId="{4F8C95BE-3478-41BB-95BA-EAB883D98D5D}" srcOrd="1" destOrd="0" presId="urn:microsoft.com/office/officeart/2018/2/layout/IconVerticalSolidList"/>
    <dgm:cxn modelId="{F060DE72-E29A-45A9-8952-4A67A777DACD}" type="presParOf" srcId="{C6F38AB7-8CA4-4BC0-ACCE-9FCC941944FF}" destId="{0B4A39DF-C4C1-420B-91DE-E1F37621A7E0}" srcOrd="2" destOrd="0" presId="urn:microsoft.com/office/officeart/2018/2/layout/IconVerticalSolidList"/>
    <dgm:cxn modelId="{215EDA6B-E961-4CD1-9F58-F864C7A979AF}" type="presParOf" srcId="{C6F38AB7-8CA4-4BC0-ACCE-9FCC941944FF}" destId="{14FF776B-B413-4BF2-A8A5-3B004901422F}" srcOrd="3" destOrd="0" presId="urn:microsoft.com/office/officeart/2018/2/layout/IconVerticalSolidList"/>
    <dgm:cxn modelId="{71B3F743-26DA-4042-A46F-3FE0B28039AE}" type="presParOf" srcId="{F39C53E3-9BD0-447A-8662-48927DDDAB50}" destId="{810F1E19-9B4E-437E-ADAF-FB3CB30E298E}" srcOrd="1" destOrd="0" presId="urn:microsoft.com/office/officeart/2018/2/layout/IconVerticalSolidList"/>
    <dgm:cxn modelId="{CBA7855F-A083-4121-9355-6D4AF03BEDEF}" type="presParOf" srcId="{F39C53E3-9BD0-447A-8662-48927DDDAB50}" destId="{8AB2795E-FC16-4455-8C4E-477F138560FF}" srcOrd="2" destOrd="0" presId="urn:microsoft.com/office/officeart/2018/2/layout/IconVerticalSolidList"/>
    <dgm:cxn modelId="{8CCA0D18-BE19-4243-BD83-55648A58BE79}" type="presParOf" srcId="{8AB2795E-FC16-4455-8C4E-477F138560FF}" destId="{7DEF96DC-EEC4-4656-A44A-DF1F0B8C6844}" srcOrd="0" destOrd="0" presId="urn:microsoft.com/office/officeart/2018/2/layout/IconVerticalSolidList"/>
    <dgm:cxn modelId="{8B386AE0-396C-4207-952A-359175C79777}" type="presParOf" srcId="{8AB2795E-FC16-4455-8C4E-477F138560FF}" destId="{4DF34195-7EAC-4C9A-B1CA-53DD6C7B48B2}" srcOrd="1" destOrd="0" presId="urn:microsoft.com/office/officeart/2018/2/layout/IconVerticalSolidList"/>
    <dgm:cxn modelId="{4DF2F75A-D45B-4BBF-A59E-50723E83024A}" type="presParOf" srcId="{8AB2795E-FC16-4455-8C4E-477F138560FF}" destId="{158895A5-139B-4AEA-AA3B-2B1879C5ABE4}" srcOrd="2" destOrd="0" presId="urn:microsoft.com/office/officeart/2018/2/layout/IconVerticalSolidList"/>
    <dgm:cxn modelId="{ABFEBA78-4F5A-4220-8F8D-0BF1F3A40EA1}" type="presParOf" srcId="{8AB2795E-FC16-4455-8C4E-477F138560FF}" destId="{8368CDD9-6885-4720-885C-B1BF2A1297ED}" srcOrd="3" destOrd="0" presId="urn:microsoft.com/office/officeart/2018/2/layout/IconVerticalSolidList"/>
    <dgm:cxn modelId="{C4D4216C-D62B-4A76-A760-4ED097EDA521}" type="presParOf" srcId="{F39C53E3-9BD0-447A-8662-48927DDDAB50}" destId="{B12542D2-F5B9-4331-8603-104AAFD86C19}" srcOrd="3" destOrd="0" presId="urn:microsoft.com/office/officeart/2018/2/layout/IconVerticalSolidList"/>
    <dgm:cxn modelId="{FE7F80EE-6345-42EC-9EDD-D299BEE68244}" type="presParOf" srcId="{F39C53E3-9BD0-447A-8662-48927DDDAB50}" destId="{46167DE7-DAE0-42ED-A9B8-8A83DCFF1B93}" srcOrd="4" destOrd="0" presId="urn:microsoft.com/office/officeart/2018/2/layout/IconVerticalSolidList"/>
    <dgm:cxn modelId="{AAC2A9BF-3C21-4172-ADF4-4EB037D05DDB}" type="presParOf" srcId="{46167DE7-DAE0-42ED-A9B8-8A83DCFF1B93}" destId="{CC93CEE0-5A8B-4B31-A74E-4B66707959E1}" srcOrd="0" destOrd="0" presId="urn:microsoft.com/office/officeart/2018/2/layout/IconVerticalSolidList"/>
    <dgm:cxn modelId="{D31C2530-B5A3-436D-9963-0ADBAC843E17}" type="presParOf" srcId="{46167DE7-DAE0-42ED-A9B8-8A83DCFF1B93}" destId="{F65C7004-D16B-4022-871A-9A395BA9BCC1}" srcOrd="1" destOrd="0" presId="urn:microsoft.com/office/officeart/2018/2/layout/IconVerticalSolidList"/>
    <dgm:cxn modelId="{54A8E53A-7BD3-4B50-A996-FDB22A6DEBE6}" type="presParOf" srcId="{46167DE7-DAE0-42ED-A9B8-8A83DCFF1B93}" destId="{899A66A7-6D88-4532-8BD5-1DEA7FFCECDA}" srcOrd="2" destOrd="0" presId="urn:microsoft.com/office/officeart/2018/2/layout/IconVerticalSolidList"/>
    <dgm:cxn modelId="{AB908EC7-B1FF-4E27-95EA-B005527112A9}" type="presParOf" srcId="{46167DE7-DAE0-42ED-A9B8-8A83DCFF1B93}" destId="{69FF415E-842A-441D-9E88-A1973A5E5728}" srcOrd="3" destOrd="0" presId="urn:microsoft.com/office/officeart/2018/2/layout/IconVerticalSolidList"/>
    <dgm:cxn modelId="{DD748D20-22EF-4A82-BF1C-7D8D45D6CAA2}" type="presParOf" srcId="{F39C53E3-9BD0-447A-8662-48927DDDAB50}" destId="{42B83635-E0F3-4A78-96DB-B34273278D37}" srcOrd="5" destOrd="0" presId="urn:microsoft.com/office/officeart/2018/2/layout/IconVerticalSolidList"/>
    <dgm:cxn modelId="{50684DC0-EA1F-4867-B1BF-F65AA12FBEBD}" type="presParOf" srcId="{F39C53E3-9BD0-447A-8662-48927DDDAB50}" destId="{6E26DC9C-EEAB-462A-AE3D-093F19376045}" srcOrd="6" destOrd="0" presId="urn:microsoft.com/office/officeart/2018/2/layout/IconVerticalSolidList"/>
    <dgm:cxn modelId="{4B8909B1-5BEA-4DDE-BDB5-D24FF4F0A208}" type="presParOf" srcId="{6E26DC9C-EEAB-462A-AE3D-093F19376045}" destId="{9B357562-E3F3-4AEF-9D65-DE6168666863}" srcOrd="0" destOrd="0" presId="urn:microsoft.com/office/officeart/2018/2/layout/IconVerticalSolidList"/>
    <dgm:cxn modelId="{029E1367-9C50-4EA0-BCA5-2FE568323E48}" type="presParOf" srcId="{6E26DC9C-EEAB-462A-AE3D-093F19376045}" destId="{4681B76F-FDB1-42AB-B980-13A96A8AEC4B}" srcOrd="1" destOrd="0" presId="urn:microsoft.com/office/officeart/2018/2/layout/IconVerticalSolidList"/>
    <dgm:cxn modelId="{B6BB02ED-1FFB-4CB5-8291-5FC7D3BA4BEB}" type="presParOf" srcId="{6E26DC9C-EEAB-462A-AE3D-093F19376045}" destId="{7F9B9ADB-87FE-41A2-9D7D-19F0A2496D86}" srcOrd="2" destOrd="0" presId="urn:microsoft.com/office/officeart/2018/2/layout/IconVerticalSolidList"/>
    <dgm:cxn modelId="{8F853196-2DD8-4ED0-A000-A367F26A3B1A}" type="presParOf" srcId="{6E26DC9C-EEAB-462A-AE3D-093F19376045}" destId="{821F834D-8BC7-4AE7-B71B-843F8469C49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3CD0C7C-48AF-47CD-AB4D-73A8CEED5428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0B094B90-754E-44F1-8966-025D3191198F}">
      <dgm:prSet/>
      <dgm:spPr/>
      <dgm:t>
        <a:bodyPr/>
        <a:lstStyle/>
        <a:p>
          <a:r>
            <a:rPr lang="en-US" dirty="0"/>
            <a:t>I feel that I accomplished everything that I said I would do over these past couple weeks.</a:t>
          </a:r>
        </a:p>
        <a:p>
          <a:r>
            <a:rPr lang="en-US" dirty="0"/>
            <a:t>The data offloading software is well under development is still going well.</a:t>
          </a:r>
        </a:p>
      </dgm:t>
    </dgm:pt>
    <dgm:pt modelId="{896020A9-F608-4F6B-B742-C821DF00A687}" type="parTrans" cxnId="{C1C4A70D-C8AB-4484-81B2-4F7D57C298B8}">
      <dgm:prSet/>
      <dgm:spPr/>
      <dgm:t>
        <a:bodyPr/>
        <a:lstStyle/>
        <a:p>
          <a:endParaRPr lang="en-US"/>
        </a:p>
      </dgm:t>
    </dgm:pt>
    <dgm:pt modelId="{3542A7A7-1C89-47DC-A86C-489B98167A70}" type="sibTrans" cxnId="{C1C4A70D-C8AB-4484-81B2-4F7D57C298B8}">
      <dgm:prSet/>
      <dgm:spPr/>
      <dgm:t>
        <a:bodyPr/>
        <a:lstStyle/>
        <a:p>
          <a:endParaRPr lang="en-US"/>
        </a:p>
      </dgm:t>
    </dgm:pt>
    <dgm:pt modelId="{AE7C4542-7D1F-4E6B-AC52-10AD73B32BE6}">
      <dgm:prSet/>
      <dgm:spPr/>
      <dgm:t>
        <a:bodyPr/>
        <a:lstStyle/>
        <a:p>
          <a:r>
            <a:rPr lang="en-US" dirty="0"/>
            <a:t>I attended all lectures, labs, and meetings w/ the client.</a:t>
          </a:r>
        </a:p>
      </dgm:t>
    </dgm:pt>
    <dgm:pt modelId="{C17EAAD3-43CC-4AFB-BB49-7C58807D7778}" type="parTrans" cxnId="{8AA7A339-AF9F-4112-9A48-E48ED7BC4697}">
      <dgm:prSet/>
      <dgm:spPr/>
      <dgm:t>
        <a:bodyPr/>
        <a:lstStyle/>
        <a:p>
          <a:endParaRPr lang="en-US"/>
        </a:p>
      </dgm:t>
    </dgm:pt>
    <dgm:pt modelId="{DF9F2BBE-04B5-4A52-9652-C27E2E64B5BE}" type="sibTrans" cxnId="{8AA7A339-AF9F-4112-9A48-E48ED7BC4697}">
      <dgm:prSet/>
      <dgm:spPr/>
      <dgm:t>
        <a:bodyPr/>
        <a:lstStyle/>
        <a:p>
          <a:endParaRPr lang="en-US"/>
        </a:p>
      </dgm:t>
    </dgm:pt>
    <dgm:pt modelId="{5DE8717E-2BBD-4F17-8FFD-76F5C37B9A26}" type="pres">
      <dgm:prSet presAssocID="{23CD0C7C-48AF-47CD-AB4D-73A8CEED542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E6D5CA4-CB8A-4241-BEAD-9F31C117FFDE}" type="pres">
      <dgm:prSet presAssocID="{0B094B90-754E-44F1-8966-025D3191198F}" presName="hierRoot1" presStyleCnt="0"/>
      <dgm:spPr/>
    </dgm:pt>
    <dgm:pt modelId="{6EED1EDB-C35B-44B1-9DB6-38326C6D5A2B}" type="pres">
      <dgm:prSet presAssocID="{0B094B90-754E-44F1-8966-025D3191198F}" presName="composite" presStyleCnt="0"/>
      <dgm:spPr/>
    </dgm:pt>
    <dgm:pt modelId="{5586466B-6598-4878-90A3-E95E3CA14A5A}" type="pres">
      <dgm:prSet presAssocID="{0B094B90-754E-44F1-8966-025D3191198F}" presName="background" presStyleLbl="node0" presStyleIdx="0" presStyleCnt="2"/>
      <dgm:spPr/>
    </dgm:pt>
    <dgm:pt modelId="{538366B5-25E4-4AEB-8C46-AB42BA97EED3}" type="pres">
      <dgm:prSet presAssocID="{0B094B90-754E-44F1-8966-025D3191198F}" presName="text" presStyleLbl="fgAcc0" presStyleIdx="0" presStyleCnt="2">
        <dgm:presLayoutVars>
          <dgm:chPref val="3"/>
        </dgm:presLayoutVars>
      </dgm:prSet>
      <dgm:spPr/>
    </dgm:pt>
    <dgm:pt modelId="{536E62E5-8615-4601-942B-AA1A767782AA}" type="pres">
      <dgm:prSet presAssocID="{0B094B90-754E-44F1-8966-025D3191198F}" presName="hierChild2" presStyleCnt="0"/>
      <dgm:spPr/>
    </dgm:pt>
    <dgm:pt modelId="{3E6D7045-B892-47C7-BA4E-79277E9BCBC6}" type="pres">
      <dgm:prSet presAssocID="{AE7C4542-7D1F-4E6B-AC52-10AD73B32BE6}" presName="hierRoot1" presStyleCnt="0"/>
      <dgm:spPr/>
    </dgm:pt>
    <dgm:pt modelId="{8B820AA5-3772-4501-9B18-145263F1360A}" type="pres">
      <dgm:prSet presAssocID="{AE7C4542-7D1F-4E6B-AC52-10AD73B32BE6}" presName="composite" presStyleCnt="0"/>
      <dgm:spPr/>
    </dgm:pt>
    <dgm:pt modelId="{469E38B1-A5CF-4409-99DE-F9A76EBA53D3}" type="pres">
      <dgm:prSet presAssocID="{AE7C4542-7D1F-4E6B-AC52-10AD73B32BE6}" presName="background" presStyleLbl="node0" presStyleIdx="1" presStyleCnt="2"/>
      <dgm:spPr/>
    </dgm:pt>
    <dgm:pt modelId="{0A33496D-CAC1-4D2F-97F7-492A3F6E5F3F}" type="pres">
      <dgm:prSet presAssocID="{AE7C4542-7D1F-4E6B-AC52-10AD73B32BE6}" presName="text" presStyleLbl="fgAcc0" presStyleIdx="1" presStyleCnt="2">
        <dgm:presLayoutVars>
          <dgm:chPref val="3"/>
        </dgm:presLayoutVars>
      </dgm:prSet>
      <dgm:spPr/>
    </dgm:pt>
    <dgm:pt modelId="{09E12D95-62FD-4AF0-854B-C6E6CAFE4A4F}" type="pres">
      <dgm:prSet presAssocID="{AE7C4542-7D1F-4E6B-AC52-10AD73B32BE6}" presName="hierChild2" presStyleCnt="0"/>
      <dgm:spPr/>
    </dgm:pt>
  </dgm:ptLst>
  <dgm:cxnLst>
    <dgm:cxn modelId="{C1C4A70D-C8AB-4484-81B2-4F7D57C298B8}" srcId="{23CD0C7C-48AF-47CD-AB4D-73A8CEED5428}" destId="{0B094B90-754E-44F1-8966-025D3191198F}" srcOrd="0" destOrd="0" parTransId="{896020A9-F608-4F6B-B742-C821DF00A687}" sibTransId="{3542A7A7-1C89-47DC-A86C-489B98167A70}"/>
    <dgm:cxn modelId="{8AA7A339-AF9F-4112-9A48-E48ED7BC4697}" srcId="{23CD0C7C-48AF-47CD-AB4D-73A8CEED5428}" destId="{AE7C4542-7D1F-4E6B-AC52-10AD73B32BE6}" srcOrd="1" destOrd="0" parTransId="{C17EAAD3-43CC-4AFB-BB49-7C58807D7778}" sibTransId="{DF9F2BBE-04B5-4A52-9652-C27E2E64B5BE}"/>
    <dgm:cxn modelId="{B6C14173-BD5A-4FEC-83AC-CE90E551B7BD}" type="presOf" srcId="{23CD0C7C-48AF-47CD-AB4D-73A8CEED5428}" destId="{5DE8717E-2BBD-4F17-8FFD-76F5C37B9A26}" srcOrd="0" destOrd="0" presId="urn:microsoft.com/office/officeart/2005/8/layout/hierarchy1"/>
    <dgm:cxn modelId="{16333E76-56C2-4059-9D57-CEE158F0B884}" type="presOf" srcId="{AE7C4542-7D1F-4E6B-AC52-10AD73B32BE6}" destId="{0A33496D-CAC1-4D2F-97F7-492A3F6E5F3F}" srcOrd="0" destOrd="0" presId="urn:microsoft.com/office/officeart/2005/8/layout/hierarchy1"/>
    <dgm:cxn modelId="{71BE29FF-4173-49CD-A18C-2CF663105F9D}" type="presOf" srcId="{0B094B90-754E-44F1-8966-025D3191198F}" destId="{538366B5-25E4-4AEB-8C46-AB42BA97EED3}" srcOrd="0" destOrd="0" presId="urn:microsoft.com/office/officeart/2005/8/layout/hierarchy1"/>
    <dgm:cxn modelId="{CA506EEB-BC60-4C07-BC7A-3F081EBBE655}" type="presParOf" srcId="{5DE8717E-2BBD-4F17-8FFD-76F5C37B9A26}" destId="{7E6D5CA4-CB8A-4241-BEAD-9F31C117FFDE}" srcOrd="0" destOrd="0" presId="urn:microsoft.com/office/officeart/2005/8/layout/hierarchy1"/>
    <dgm:cxn modelId="{786191A1-B84A-4CB9-978E-EC8AE4931D35}" type="presParOf" srcId="{7E6D5CA4-CB8A-4241-BEAD-9F31C117FFDE}" destId="{6EED1EDB-C35B-44B1-9DB6-38326C6D5A2B}" srcOrd="0" destOrd="0" presId="urn:microsoft.com/office/officeart/2005/8/layout/hierarchy1"/>
    <dgm:cxn modelId="{DB84793C-924A-4192-BD70-59A06B8E9F3E}" type="presParOf" srcId="{6EED1EDB-C35B-44B1-9DB6-38326C6D5A2B}" destId="{5586466B-6598-4878-90A3-E95E3CA14A5A}" srcOrd="0" destOrd="0" presId="urn:microsoft.com/office/officeart/2005/8/layout/hierarchy1"/>
    <dgm:cxn modelId="{BFF5AB42-19F1-4584-9D62-962AAD985EF8}" type="presParOf" srcId="{6EED1EDB-C35B-44B1-9DB6-38326C6D5A2B}" destId="{538366B5-25E4-4AEB-8C46-AB42BA97EED3}" srcOrd="1" destOrd="0" presId="urn:microsoft.com/office/officeart/2005/8/layout/hierarchy1"/>
    <dgm:cxn modelId="{EF29A225-162D-401C-BAEB-AECED5DB2940}" type="presParOf" srcId="{7E6D5CA4-CB8A-4241-BEAD-9F31C117FFDE}" destId="{536E62E5-8615-4601-942B-AA1A767782AA}" srcOrd="1" destOrd="0" presId="urn:microsoft.com/office/officeart/2005/8/layout/hierarchy1"/>
    <dgm:cxn modelId="{DE5C07B6-3012-4794-96BA-4AD9FB7CED1C}" type="presParOf" srcId="{5DE8717E-2BBD-4F17-8FFD-76F5C37B9A26}" destId="{3E6D7045-B892-47C7-BA4E-79277E9BCBC6}" srcOrd="1" destOrd="0" presId="urn:microsoft.com/office/officeart/2005/8/layout/hierarchy1"/>
    <dgm:cxn modelId="{5D713EAE-8C9E-4901-B4D0-6FD8DF2DB840}" type="presParOf" srcId="{3E6D7045-B892-47C7-BA4E-79277E9BCBC6}" destId="{8B820AA5-3772-4501-9B18-145263F1360A}" srcOrd="0" destOrd="0" presId="urn:microsoft.com/office/officeart/2005/8/layout/hierarchy1"/>
    <dgm:cxn modelId="{317523CF-C194-457C-80D0-20DE34F7FC88}" type="presParOf" srcId="{8B820AA5-3772-4501-9B18-145263F1360A}" destId="{469E38B1-A5CF-4409-99DE-F9A76EBA53D3}" srcOrd="0" destOrd="0" presId="urn:microsoft.com/office/officeart/2005/8/layout/hierarchy1"/>
    <dgm:cxn modelId="{6AFC015C-76E1-469A-AFC8-6E9E607895A0}" type="presParOf" srcId="{8B820AA5-3772-4501-9B18-145263F1360A}" destId="{0A33496D-CAC1-4D2F-97F7-492A3F6E5F3F}" srcOrd="1" destOrd="0" presId="urn:microsoft.com/office/officeart/2005/8/layout/hierarchy1"/>
    <dgm:cxn modelId="{BAAC75C5-43AF-4985-9286-8271E4E63340}" type="presParOf" srcId="{3E6D7045-B892-47C7-BA4E-79277E9BCBC6}" destId="{09E12D95-62FD-4AF0-854B-C6E6CAFE4A4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6E70653-6C3E-4194-8BE6-BFFB82B8AE46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5F31D8C-D1BC-4945-816B-2FA70AF3F01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High Level</a:t>
          </a:r>
        </a:p>
      </dgm:t>
    </dgm:pt>
    <dgm:pt modelId="{309A307F-5798-41C7-9CDD-9D7E907E29D1}" type="parTrans" cxnId="{9B60F058-2301-41F3-8911-4CAEAD54C3D0}">
      <dgm:prSet/>
      <dgm:spPr/>
      <dgm:t>
        <a:bodyPr/>
        <a:lstStyle/>
        <a:p>
          <a:endParaRPr lang="en-US"/>
        </a:p>
      </dgm:t>
    </dgm:pt>
    <dgm:pt modelId="{E84A1CB2-A4F2-4F89-ACC1-CAD680677845}" type="sibTrans" cxnId="{9B60F058-2301-41F3-8911-4CAEAD54C3D0}">
      <dgm:prSet/>
      <dgm:spPr/>
      <dgm:t>
        <a:bodyPr/>
        <a:lstStyle/>
        <a:p>
          <a:endParaRPr lang="en-US"/>
        </a:p>
      </dgm:t>
    </dgm:pt>
    <dgm:pt modelId="{97E32105-08D7-4139-9F4B-3AA86443B2F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By EOW:</a:t>
          </a:r>
        </a:p>
      </dgm:t>
    </dgm:pt>
    <dgm:pt modelId="{2B229D14-6EA2-49BB-831B-8886C2038AB3}" type="parTrans" cxnId="{7E798AD5-3A0E-4E06-A9E2-8101DA3FA924}">
      <dgm:prSet/>
      <dgm:spPr/>
      <dgm:t>
        <a:bodyPr/>
        <a:lstStyle/>
        <a:p>
          <a:endParaRPr lang="en-US"/>
        </a:p>
      </dgm:t>
    </dgm:pt>
    <dgm:pt modelId="{58956129-593C-4536-8F2F-D6F898EC3720}" type="sibTrans" cxnId="{7E798AD5-3A0E-4E06-A9E2-8101DA3FA924}">
      <dgm:prSet/>
      <dgm:spPr/>
      <dgm:t>
        <a:bodyPr/>
        <a:lstStyle/>
        <a:p>
          <a:endParaRPr lang="en-US"/>
        </a:p>
      </dgm:t>
    </dgm:pt>
    <dgm:pt modelId="{9E025F83-A093-4AFC-AC87-28C409DB8A0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Continue to develop data offloading software.</a:t>
          </a:r>
        </a:p>
        <a:p>
          <a:pPr>
            <a:lnSpc>
              <a:spcPct val="100000"/>
            </a:lnSpc>
          </a:pPr>
          <a:r>
            <a:rPr lang="en-US" dirty="0"/>
            <a:t>Continue to show up to class.</a:t>
          </a:r>
        </a:p>
        <a:p>
          <a:pPr>
            <a:lnSpc>
              <a:spcPct val="100000"/>
            </a:lnSpc>
          </a:pPr>
          <a:r>
            <a:rPr lang="en-US" dirty="0"/>
            <a:t>Continue to support lab testing as requested by the team.</a:t>
          </a:r>
        </a:p>
      </dgm:t>
    </dgm:pt>
    <dgm:pt modelId="{767A8EE9-7A7C-444D-A52F-FA73992B2B7B}" type="parTrans" cxnId="{8975D98C-7772-4376-8B7E-61B7E3CD0B47}">
      <dgm:prSet/>
      <dgm:spPr/>
      <dgm:t>
        <a:bodyPr/>
        <a:lstStyle/>
        <a:p>
          <a:endParaRPr lang="en-US"/>
        </a:p>
      </dgm:t>
    </dgm:pt>
    <dgm:pt modelId="{B89188CB-E1E3-45D5-879D-E3D0128B3945}" type="sibTrans" cxnId="{8975D98C-7772-4376-8B7E-61B7E3CD0B47}">
      <dgm:prSet/>
      <dgm:spPr/>
      <dgm:t>
        <a:bodyPr/>
        <a:lstStyle/>
        <a:p>
          <a:endParaRPr lang="en-US"/>
        </a:p>
      </dgm:t>
    </dgm:pt>
    <dgm:pt modelId="{64C940D0-7C24-4764-8258-BC5A4C92CA4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Continue to add client feature requests in data offloading software. </a:t>
          </a:r>
        </a:p>
      </dgm:t>
    </dgm:pt>
    <dgm:pt modelId="{5B7A44AC-BCC0-47CF-AA4D-F1AE50309908}" type="sibTrans" cxnId="{FB5E3842-8682-478E-B387-4FD8303DE3AB}">
      <dgm:prSet/>
      <dgm:spPr/>
      <dgm:t>
        <a:bodyPr/>
        <a:lstStyle/>
        <a:p>
          <a:endParaRPr lang="en-US"/>
        </a:p>
      </dgm:t>
    </dgm:pt>
    <dgm:pt modelId="{7483C45F-E510-42EE-8234-992A297F011A}" type="parTrans" cxnId="{FB5E3842-8682-478E-B387-4FD8303DE3AB}">
      <dgm:prSet/>
      <dgm:spPr/>
      <dgm:t>
        <a:bodyPr/>
        <a:lstStyle/>
        <a:p>
          <a:endParaRPr lang="en-US"/>
        </a:p>
      </dgm:t>
    </dgm:pt>
    <dgm:pt modelId="{1BA61194-1A65-47E5-9083-0F678EF72D01}" type="pres">
      <dgm:prSet presAssocID="{16E70653-6C3E-4194-8BE6-BFFB82B8AE46}" presName="root" presStyleCnt="0">
        <dgm:presLayoutVars>
          <dgm:dir/>
          <dgm:resizeHandles val="exact"/>
        </dgm:presLayoutVars>
      </dgm:prSet>
      <dgm:spPr/>
    </dgm:pt>
    <dgm:pt modelId="{A5677909-CE19-4879-AE75-A5D3913521E3}" type="pres">
      <dgm:prSet presAssocID="{55F31D8C-D1BC-4945-816B-2FA70AF3F016}" presName="compNode" presStyleCnt="0"/>
      <dgm:spPr/>
    </dgm:pt>
    <dgm:pt modelId="{D30F4C7D-B0AD-43EB-BB46-3E92E7BE97DC}" type="pres">
      <dgm:prSet presAssocID="{55F31D8C-D1BC-4945-816B-2FA70AF3F016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326AA21A-0B61-4C87-9242-6E2F697C4863}" type="pres">
      <dgm:prSet presAssocID="{55F31D8C-D1BC-4945-816B-2FA70AF3F016}" presName="iconSpace" presStyleCnt="0"/>
      <dgm:spPr/>
    </dgm:pt>
    <dgm:pt modelId="{49DD8519-5670-4591-9EB3-07C9204FA964}" type="pres">
      <dgm:prSet presAssocID="{55F31D8C-D1BC-4945-816B-2FA70AF3F016}" presName="parTx" presStyleLbl="revTx" presStyleIdx="0" presStyleCnt="4">
        <dgm:presLayoutVars>
          <dgm:chMax val="0"/>
          <dgm:chPref val="0"/>
        </dgm:presLayoutVars>
      </dgm:prSet>
      <dgm:spPr/>
    </dgm:pt>
    <dgm:pt modelId="{9DC07DBC-7E49-4B83-95C9-85C539260489}" type="pres">
      <dgm:prSet presAssocID="{55F31D8C-D1BC-4945-816B-2FA70AF3F016}" presName="txSpace" presStyleCnt="0"/>
      <dgm:spPr/>
    </dgm:pt>
    <dgm:pt modelId="{6961EB70-9F99-4472-A05C-AAD051EDED01}" type="pres">
      <dgm:prSet presAssocID="{55F31D8C-D1BC-4945-816B-2FA70AF3F016}" presName="desTx" presStyleLbl="revTx" presStyleIdx="1" presStyleCnt="4">
        <dgm:presLayoutVars/>
      </dgm:prSet>
      <dgm:spPr/>
    </dgm:pt>
    <dgm:pt modelId="{C4A20B15-4C8D-49C6-880D-8BBB9376F5D4}" type="pres">
      <dgm:prSet presAssocID="{E84A1CB2-A4F2-4F89-ACC1-CAD680677845}" presName="sibTrans" presStyleCnt="0"/>
      <dgm:spPr/>
    </dgm:pt>
    <dgm:pt modelId="{14B5DE4B-3C0A-4B56-9253-5DE35BD8657C}" type="pres">
      <dgm:prSet presAssocID="{97E32105-08D7-4139-9F4B-3AA86443B2F6}" presName="compNode" presStyleCnt="0"/>
      <dgm:spPr/>
    </dgm:pt>
    <dgm:pt modelId="{3C0C3B54-0C6A-44F7-8672-C39FD3FC5F1B}" type="pres">
      <dgm:prSet presAssocID="{97E32105-08D7-4139-9F4B-3AA86443B2F6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cket"/>
        </a:ext>
      </dgm:extLst>
    </dgm:pt>
    <dgm:pt modelId="{98553BE2-2FDB-4947-8A5E-5CB0ED603211}" type="pres">
      <dgm:prSet presAssocID="{97E32105-08D7-4139-9F4B-3AA86443B2F6}" presName="iconSpace" presStyleCnt="0"/>
      <dgm:spPr/>
    </dgm:pt>
    <dgm:pt modelId="{82A6DA78-ED68-48DB-B275-E21C38A49C2E}" type="pres">
      <dgm:prSet presAssocID="{97E32105-08D7-4139-9F4B-3AA86443B2F6}" presName="parTx" presStyleLbl="revTx" presStyleIdx="2" presStyleCnt="4">
        <dgm:presLayoutVars>
          <dgm:chMax val="0"/>
          <dgm:chPref val="0"/>
        </dgm:presLayoutVars>
      </dgm:prSet>
      <dgm:spPr/>
    </dgm:pt>
    <dgm:pt modelId="{210EEEEB-2486-4AA6-A228-33A4A464DE0E}" type="pres">
      <dgm:prSet presAssocID="{97E32105-08D7-4139-9F4B-3AA86443B2F6}" presName="txSpace" presStyleCnt="0"/>
      <dgm:spPr/>
    </dgm:pt>
    <dgm:pt modelId="{62AF9954-8D2E-43F8-8C8F-1E22516A1735}" type="pres">
      <dgm:prSet presAssocID="{97E32105-08D7-4139-9F4B-3AA86443B2F6}" presName="desTx" presStyleLbl="revTx" presStyleIdx="3" presStyleCnt="4">
        <dgm:presLayoutVars/>
      </dgm:prSet>
      <dgm:spPr/>
    </dgm:pt>
  </dgm:ptLst>
  <dgm:cxnLst>
    <dgm:cxn modelId="{F1418216-FEB9-4922-B4A4-94BBF558B223}" type="presOf" srcId="{16E70653-6C3E-4194-8BE6-BFFB82B8AE46}" destId="{1BA61194-1A65-47E5-9083-0F678EF72D01}" srcOrd="0" destOrd="0" presId="urn:microsoft.com/office/officeart/2018/5/layout/CenteredIconLabelDescriptionList"/>
    <dgm:cxn modelId="{FB5E3842-8682-478E-B387-4FD8303DE3AB}" srcId="{97E32105-08D7-4139-9F4B-3AA86443B2F6}" destId="{64C940D0-7C24-4764-8258-BC5A4C92CA47}" srcOrd="0" destOrd="0" parTransId="{7483C45F-E510-42EE-8234-992A297F011A}" sibTransId="{5B7A44AC-BCC0-47CF-AA4D-F1AE50309908}"/>
    <dgm:cxn modelId="{9B60F058-2301-41F3-8911-4CAEAD54C3D0}" srcId="{16E70653-6C3E-4194-8BE6-BFFB82B8AE46}" destId="{55F31D8C-D1BC-4945-816B-2FA70AF3F016}" srcOrd="0" destOrd="0" parTransId="{309A307F-5798-41C7-9CDD-9D7E907E29D1}" sibTransId="{E84A1CB2-A4F2-4F89-ACC1-CAD680677845}"/>
    <dgm:cxn modelId="{AF4DF281-F394-48D3-8C7F-F8B45D79087C}" type="presOf" srcId="{97E32105-08D7-4139-9F4B-3AA86443B2F6}" destId="{82A6DA78-ED68-48DB-B275-E21C38A49C2E}" srcOrd="0" destOrd="0" presId="urn:microsoft.com/office/officeart/2018/5/layout/CenteredIconLabelDescriptionList"/>
    <dgm:cxn modelId="{F660F381-3474-4959-9FEC-7C54816EA70C}" type="presOf" srcId="{9E025F83-A093-4AFC-AC87-28C409DB8A0A}" destId="{6961EB70-9F99-4472-A05C-AAD051EDED01}" srcOrd="0" destOrd="0" presId="urn:microsoft.com/office/officeart/2018/5/layout/CenteredIconLabelDescriptionList"/>
    <dgm:cxn modelId="{8975D98C-7772-4376-8B7E-61B7E3CD0B47}" srcId="{55F31D8C-D1BC-4945-816B-2FA70AF3F016}" destId="{9E025F83-A093-4AFC-AC87-28C409DB8A0A}" srcOrd="0" destOrd="0" parTransId="{767A8EE9-7A7C-444D-A52F-FA73992B2B7B}" sibTransId="{B89188CB-E1E3-45D5-879D-E3D0128B3945}"/>
    <dgm:cxn modelId="{F12A338D-FE74-4F51-9436-E51E6EB6DDCA}" type="presOf" srcId="{64C940D0-7C24-4764-8258-BC5A4C92CA47}" destId="{62AF9954-8D2E-43F8-8C8F-1E22516A1735}" srcOrd="0" destOrd="0" presId="urn:microsoft.com/office/officeart/2018/5/layout/CenteredIconLabelDescriptionList"/>
    <dgm:cxn modelId="{1E4DA1B0-976B-4C11-98D5-00C44C3A526A}" type="presOf" srcId="{55F31D8C-D1BC-4945-816B-2FA70AF3F016}" destId="{49DD8519-5670-4591-9EB3-07C9204FA964}" srcOrd="0" destOrd="0" presId="urn:microsoft.com/office/officeart/2018/5/layout/CenteredIconLabelDescriptionList"/>
    <dgm:cxn modelId="{7E798AD5-3A0E-4E06-A9E2-8101DA3FA924}" srcId="{16E70653-6C3E-4194-8BE6-BFFB82B8AE46}" destId="{97E32105-08D7-4139-9F4B-3AA86443B2F6}" srcOrd="1" destOrd="0" parTransId="{2B229D14-6EA2-49BB-831B-8886C2038AB3}" sibTransId="{58956129-593C-4536-8F2F-D6F898EC3720}"/>
    <dgm:cxn modelId="{C1CFED81-0FDC-4095-8982-EF7E54BD5739}" type="presParOf" srcId="{1BA61194-1A65-47E5-9083-0F678EF72D01}" destId="{A5677909-CE19-4879-AE75-A5D3913521E3}" srcOrd="0" destOrd="0" presId="urn:microsoft.com/office/officeart/2018/5/layout/CenteredIconLabelDescriptionList"/>
    <dgm:cxn modelId="{FA9660E6-1625-4076-9888-C55B93AE6432}" type="presParOf" srcId="{A5677909-CE19-4879-AE75-A5D3913521E3}" destId="{D30F4C7D-B0AD-43EB-BB46-3E92E7BE97DC}" srcOrd="0" destOrd="0" presId="urn:microsoft.com/office/officeart/2018/5/layout/CenteredIconLabelDescriptionList"/>
    <dgm:cxn modelId="{470D5161-5B41-4481-AEF7-2480DC441098}" type="presParOf" srcId="{A5677909-CE19-4879-AE75-A5D3913521E3}" destId="{326AA21A-0B61-4C87-9242-6E2F697C4863}" srcOrd="1" destOrd="0" presId="urn:microsoft.com/office/officeart/2018/5/layout/CenteredIconLabelDescriptionList"/>
    <dgm:cxn modelId="{2585FC59-B850-4689-9741-01517146F5CA}" type="presParOf" srcId="{A5677909-CE19-4879-AE75-A5D3913521E3}" destId="{49DD8519-5670-4591-9EB3-07C9204FA964}" srcOrd="2" destOrd="0" presId="urn:microsoft.com/office/officeart/2018/5/layout/CenteredIconLabelDescriptionList"/>
    <dgm:cxn modelId="{8936E1E8-41B3-48DD-B94B-142E590EF7CF}" type="presParOf" srcId="{A5677909-CE19-4879-AE75-A5D3913521E3}" destId="{9DC07DBC-7E49-4B83-95C9-85C539260489}" srcOrd="3" destOrd="0" presId="urn:microsoft.com/office/officeart/2018/5/layout/CenteredIconLabelDescriptionList"/>
    <dgm:cxn modelId="{6FA397F1-9D7E-43AE-A8D8-CDEC4A395F7C}" type="presParOf" srcId="{A5677909-CE19-4879-AE75-A5D3913521E3}" destId="{6961EB70-9F99-4472-A05C-AAD051EDED01}" srcOrd="4" destOrd="0" presId="urn:microsoft.com/office/officeart/2018/5/layout/CenteredIconLabelDescriptionList"/>
    <dgm:cxn modelId="{5FFCB7D6-2C8C-4402-BBEA-4F8DF3B73F4A}" type="presParOf" srcId="{1BA61194-1A65-47E5-9083-0F678EF72D01}" destId="{C4A20B15-4C8D-49C6-880D-8BBB9376F5D4}" srcOrd="1" destOrd="0" presId="urn:microsoft.com/office/officeart/2018/5/layout/CenteredIconLabelDescriptionList"/>
    <dgm:cxn modelId="{C6FA4C9F-DEB7-45E3-B74C-8DE12C388658}" type="presParOf" srcId="{1BA61194-1A65-47E5-9083-0F678EF72D01}" destId="{14B5DE4B-3C0A-4B56-9253-5DE35BD8657C}" srcOrd="2" destOrd="0" presId="urn:microsoft.com/office/officeart/2018/5/layout/CenteredIconLabelDescriptionList"/>
    <dgm:cxn modelId="{3C3127A8-C5C2-4CB5-8579-64373B111C39}" type="presParOf" srcId="{14B5DE4B-3C0A-4B56-9253-5DE35BD8657C}" destId="{3C0C3B54-0C6A-44F7-8672-C39FD3FC5F1B}" srcOrd="0" destOrd="0" presId="urn:microsoft.com/office/officeart/2018/5/layout/CenteredIconLabelDescriptionList"/>
    <dgm:cxn modelId="{782CAACA-CD8C-49A9-9808-091F950396DC}" type="presParOf" srcId="{14B5DE4B-3C0A-4B56-9253-5DE35BD8657C}" destId="{98553BE2-2FDB-4947-8A5E-5CB0ED603211}" srcOrd="1" destOrd="0" presId="urn:microsoft.com/office/officeart/2018/5/layout/CenteredIconLabelDescriptionList"/>
    <dgm:cxn modelId="{34BBD245-3EA4-4FC8-8189-FE4506B763EA}" type="presParOf" srcId="{14B5DE4B-3C0A-4B56-9253-5DE35BD8657C}" destId="{82A6DA78-ED68-48DB-B275-E21C38A49C2E}" srcOrd="2" destOrd="0" presId="urn:microsoft.com/office/officeart/2018/5/layout/CenteredIconLabelDescriptionList"/>
    <dgm:cxn modelId="{881A9716-A7E1-4573-B7A0-98F37F90BB50}" type="presParOf" srcId="{14B5DE4B-3C0A-4B56-9253-5DE35BD8657C}" destId="{210EEEEB-2486-4AA6-A228-33A4A464DE0E}" srcOrd="3" destOrd="0" presId="urn:microsoft.com/office/officeart/2018/5/layout/CenteredIconLabelDescriptionList"/>
    <dgm:cxn modelId="{99550D67-77F5-4D5B-9163-FF15D058D553}" type="presParOf" srcId="{14B5DE4B-3C0A-4B56-9253-5DE35BD8657C}" destId="{62AF9954-8D2E-43F8-8C8F-1E22516A1735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9D5D17-7810-4649-9442-C76BDA8E5602}">
      <dsp:nvSpPr>
        <dsp:cNvPr id="0" name=""/>
        <dsp:cNvSpPr/>
      </dsp:nvSpPr>
      <dsp:spPr>
        <a:xfrm>
          <a:off x="0" y="648511"/>
          <a:ext cx="7810242" cy="119725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918213-D440-4B86-BB99-B636DD0A157E}">
      <dsp:nvSpPr>
        <dsp:cNvPr id="0" name=""/>
        <dsp:cNvSpPr/>
      </dsp:nvSpPr>
      <dsp:spPr>
        <a:xfrm>
          <a:off x="362168" y="917893"/>
          <a:ext cx="658488" cy="65848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FB30E3-5676-4181-96D1-AF545B6BA7B8}">
      <dsp:nvSpPr>
        <dsp:cNvPr id="0" name=""/>
        <dsp:cNvSpPr/>
      </dsp:nvSpPr>
      <dsp:spPr>
        <a:xfrm>
          <a:off x="1382826" y="648511"/>
          <a:ext cx="6427415" cy="11972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709" tIns="126709" rIns="126709" bIns="12670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Continue to support lab testing as requested.</a:t>
          </a:r>
        </a:p>
      </dsp:txBody>
      <dsp:txXfrm>
        <a:off x="1382826" y="648511"/>
        <a:ext cx="6427415" cy="1197252"/>
      </dsp:txXfrm>
    </dsp:sp>
    <dsp:sp modelId="{B18A1257-076A-4F91-A016-1610F6A7F482}">
      <dsp:nvSpPr>
        <dsp:cNvPr id="0" name=""/>
        <dsp:cNvSpPr/>
      </dsp:nvSpPr>
      <dsp:spPr>
        <a:xfrm>
          <a:off x="0" y="2145077"/>
          <a:ext cx="7810242" cy="119725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1E3141-63A1-42AD-B2B6-B48A0801F17E}">
      <dsp:nvSpPr>
        <dsp:cNvPr id="0" name=""/>
        <dsp:cNvSpPr/>
      </dsp:nvSpPr>
      <dsp:spPr>
        <a:xfrm>
          <a:off x="362168" y="2414458"/>
          <a:ext cx="658488" cy="65848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473300-850D-46BD-A69B-B6439C1D162A}">
      <dsp:nvSpPr>
        <dsp:cNvPr id="0" name=""/>
        <dsp:cNvSpPr/>
      </dsp:nvSpPr>
      <dsp:spPr>
        <a:xfrm>
          <a:off x="1382826" y="2145077"/>
          <a:ext cx="6427415" cy="11972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709" tIns="126709" rIns="126709" bIns="12670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Continue to develop data offloading software.</a:t>
          </a:r>
        </a:p>
      </dsp:txBody>
      <dsp:txXfrm>
        <a:off x="1382826" y="2145077"/>
        <a:ext cx="6427415" cy="119725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CF7DD4-2C83-41F7-92B8-C1269D89D243}">
      <dsp:nvSpPr>
        <dsp:cNvPr id="0" name=""/>
        <dsp:cNvSpPr/>
      </dsp:nvSpPr>
      <dsp:spPr>
        <a:xfrm>
          <a:off x="0" y="2288"/>
          <a:ext cx="6364224" cy="115984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8C95BE-3478-41BB-95BA-EAB883D98D5D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FF776B-B413-4BF2-A8A5-3B004901422F}">
      <dsp:nvSpPr>
        <dsp:cNvPr id="0" name=""/>
        <dsp:cNvSpPr/>
      </dsp:nvSpPr>
      <dsp:spPr>
        <a:xfrm>
          <a:off x="1339618" y="2288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Performed lab testing on Kingpin assembly and on steel cutout.</a:t>
          </a:r>
        </a:p>
      </dsp:txBody>
      <dsp:txXfrm>
        <a:off x="1339618" y="2288"/>
        <a:ext cx="5024605" cy="1159843"/>
      </dsp:txXfrm>
    </dsp:sp>
    <dsp:sp modelId="{7DEF96DC-EEC4-4656-A44A-DF1F0B8C6844}">
      <dsp:nvSpPr>
        <dsp:cNvPr id="0" name=""/>
        <dsp:cNvSpPr/>
      </dsp:nvSpPr>
      <dsp:spPr>
        <a:xfrm>
          <a:off x="0" y="1452092"/>
          <a:ext cx="6364224" cy="115984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F34195-7EAC-4C9A-B1CA-53DD6C7B48B2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68CDD9-6885-4720-885C-B1BF2A1297ED}">
      <dsp:nvSpPr>
        <dsp:cNvPr id="0" name=""/>
        <dsp:cNvSpPr/>
      </dsp:nvSpPr>
      <dsp:spPr>
        <a:xfrm>
          <a:off x="1339618" y="1452092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Added features to Wabash data offloading software.</a:t>
          </a:r>
        </a:p>
      </dsp:txBody>
      <dsp:txXfrm>
        <a:off x="1339618" y="1452092"/>
        <a:ext cx="5024605" cy="1159843"/>
      </dsp:txXfrm>
    </dsp:sp>
    <dsp:sp modelId="{CC93CEE0-5A8B-4B31-A74E-4B66707959E1}">
      <dsp:nvSpPr>
        <dsp:cNvPr id="0" name=""/>
        <dsp:cNvSpPr/>
      </dsp:nvSpPr>
      <dsp:spPr>
        <a:xfrm>
          <a:off x="0" y="2901896"/>
          <a:ext cx="6364224" cy="115984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5C7004-D16B-4022-871A-9A395BA9BCC1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FF415E-842A-441D-9E88-A1973A5E5728}">
      <dsp:nvSpPr>
        <dsp:cNvPr id="0" name=""/>
        <dsp:cNvSpPr/>
      </dsp:nvSpPr>
      <dsp:spPr>
        <a:xfrm>
          <a:off x="1339618" y="2901896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Attended meetings and class.</a:t>
          </a:r>
        </a:p>
      </dsp:txBody>
      <dsp:txXfrm>
        <a:off x="1339618" y="2901896"/>
        <a:ext cx="5024605" cy="1159843"/>
      </dsp:txXfrm>
    </dsp:sp>
    <dsp:sp modelId="{9B357562-E3F3-4AEF-9D65-DE6168666863}">
      <dsp:nvSpPr>
        <dsp:cNvPr id="0" name=""/>
        <dsp:cNvSpPr/>
      </dsp:nvSpPr>
      <dsp:spPr>
        <a:xfrm>
          <a:off x="0" y="4351700"/>
          <a:ext cx="6364224" cy="115984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81B76F-FDB1-42AB-B980-13A96A8AEC4B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1F834D-8BC7-4AE7-B71B-843F8469C493}">
      <dsp:nvSpPr>
        <dsp:cNvPr id="0" name=""/>
        <dsp:cNvSpPr/>
      </dsp:nvSpPr>
      <dsp:spPr>
        <a:xfrm>
          <a:off x="1339618" y="4351700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Updated schematics and recorded Gate 5.5 presentation.</a:t>
          </a:r>
        </a:p>
      </dsp:txBody>
      <dsp:txXfrm>
        <a:off x="1339618" y="4351700"/>
        <a:ext cx="5024605" cy="115984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86466B-6598-4878-90A3-E95E3CA14A5A}">
      <dsp:nvSpPr>
        <dsp:cNvPr id="0" name=""/>
        <dsp:cNvSpPr/>
      </dsp:nvSpPr>
      <dsp:spPr>
        <a:xfrm>
          <a:off x="1333" y="110983"/>
          <a:ext cx="4682211" cy="297320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8366B5-25E4-4AEB-8C46-AB42BA97EED3}">
      <dsp:nvSpPr>
        <dsp:cNvPr id="0" name=""/>
        <dsp:cNvSpPr/>
      </dsp:nvSpPr>
      <dsp:spPr>
        <a:xfrm>
          <a:off x="521579" y="605216"/>
          <a:ext cx="4682211" cy="297320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I feel that I accomplished everything that I said I would do over these past couple weeks.</a:t>
          </a:r>
        </a:p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The data offloading software is well under development is still going well.</a:t>
          </a:r>
        </a:p>
      </dsp:txBody>
      <dsp:txXfrm>
        <a:off x="608661" y="692298"/>
        <a:ext cx="4508047" cy="2799040"/>
      </dsp:txXfrm>
    </dsp:sp>
    <dsp:sp modelId="{469E38B1-A5CF-4409-99DE-F9A76EBA53D3}">
      <dsp:nvSpPr>
        <dsp:cNvPr id="0" name=""/>
        <dsp:cNvSpPr/>
      </dsp:nvSpPr>
      <dsp:spPr>
        <a:xfrm>
          <a:off x="5724037" y="110983"/>
          <a:ext cx="4682211" cy="297320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33496D-CAC1-4D2F-97F7-492A3F6E5F3F}">
      <dsp:nvSpPr>
        <dsp:cNvPr id="0" name=""/>
        <dsp:cNvSpPr/>
      </dsp:nvSpPr>
      <dsp:spPr>
        <a:xfrm>
          <a:off x="6244283" y="605216"/>
          <a:ext cx="4682211" cy="297320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I attended all lectures, labs, and meetings w/ the client.</a:t>
          </a:r>
        </a:p>
      </dsp:txBody>
      <dsp:txXfrm>
        <a:off x="6331365" y="692298"/>
        <a:ext cx="4508047" cy="279904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0F4C7D-B0AD-43EB-BB46-3E92E7BE97DC}">
      <dsp:nvSpPr>
        <dsp:cNvPr id="0" name=""/>
        <dsp:cNvSpPr/>
      </dsp:nvSpPr>
      <dsp:spPr>
        <a:xfrm>
          <a:off x="2169914" y="427366"/>
          <a:ext cx="1512000" cy="1512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DD8519-5670-4591-9EB3-07C9204FA964}">
      <dsp:nvSpPr>
        <dsp:cNvPr id="0" name=""/>
        <dsp:cNvSpPr/>
      </dsp:nvSpPr>
      <dsp:spPr>
        <a:xfrm>
          <a:off x="765914" y="2095516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 dirty="0"/>
            <a:t>High Level</a:t>
          </a:r>
        </a:p>
      </dsp:txBody>
      <dsp:txXfrm>
        <a:off x="765914" y="2095516"/>
        <a:ext cx="4320000" cy="648000"/>
      </dsp:txXfrm>
    </dsp:sp>
    <dsp:sp modelId="{6961EB70-9F99-4472-A05C-AAD051EDED01}">
      <dsp:nvSpPr>
        <dsp:cNvPr id="0" name=""/>
        <dsp:cNvSpPr/>
      </dsp:nvSpPr>
      <dsp:spPr>
        <a:xfrm>
          <a:off x="765914" y="2816144"/>
          <a:ext cx="4320000" cy="1242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Continue to develop data offloading software.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Continue to show up to class.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Continue to support lab testing as requested by the team.</a:t>
          </a:r>
        </a:p>
      </dsp:txBody>
      <dsp:txXfrm>
        <a:off x="765914" y="2816144"/>
        <a:ext cx="4320000" cy="1242628"/>
      </dsp:txXfrm>
    </dsp:sp>
    <dsp:sp modelId="{3C0C3B54-0C6A-44F7-8672-C39FD3FC5F1B}">
      <dsp:nvSpPr>
        <dsp:cNvPr id="0" name=""/>
        <dsp:cNvSpPr/>
      </dsp:nvSpPr>
      <dsp:spPr>
        <a:xfrm>
          <a:off x="7245914" y="427366"/>
          <a:ext cx="1512000" cy="1512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A6DA78-ED68-48DB-B275-E21C38A49C2E}">
      <dsp:nvSpPr>
        <dsp:cNvPr id="0" name=""/>
        <dsp:cNvSpPr/>
      </dsp:nvSpPr>
      <dsp:spPr>
        <a:xfrm>
          <a:off x="5841914" y="2095516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 dirty="0"/>
            <a:t>By EOW:</a:t>
          </a:r>
        </a:p>
      </dsp:txBody>
      <dsp:txXfrm>
        <a:off x="5841914" y="2095516"/>
        <a:ext cx="4320000" cy="648000"/>
      </dsp:txXfrm>
    </dsp:sp>
    <dsp:sp modelId="{62AF9954-8D2E-43F8-8C8F-1E22516A1735}">
      <dsp:nvSpPr>
        <dsp:cNvPr id="0" name=""/>
        <dsp:cNvSpPr/>
      </dsp:nvSpPr>
      <dsp:spPr>
        <a:xfrm>
          <a:off x="5841914" y="2816144"/>
          <a:ext cx="4320000" cy="1242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Continue to add client feature requests in data offloading software. </a:t>
          </a:r>
        </a:p>
      </dsp:txBody>
      <dsp:txXfrm>
        <a:off x="5841914" y="2816144"/>
        <a:ext cx="4320000" cy="12426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C220ED-F8A7-4F85-9F27-47F7F8788685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224E67-06E3-4533-81B7-9EA7F3285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598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40A1B-4D70-AA4A-4B24-E9BB695B51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704C0C-3955-EBA6-880A-28C82B08F1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F5AA65-BAD6-8C14-0E05-271210A6A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CADE06-D2A6-8C73-92BF-6F7BE2ABE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3FD412-3C16-1DDA-BE30-0FCC7F020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143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995CC-B8D0-185C-B83A-85D7851B5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0023D-7FB7-0B0E-D35A-A29F5246B4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07B439-24C5-A3DA-7F99-9D4856FEC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8DB03C-AF5A-E34A-9FAC-8C0F41174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53C5-BB28-881C-EE94-85F4CC715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614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0A13E-2DC7-AEC7-A241-C04DFB409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6C24C4-265E-DB3C-CCB2-EFFAF3525C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916862-E4C0-EC5A-D0D3-7C6FE582B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F3BC7B-0790-06DF-F7FD-CD45414C9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F64DBF-78A8-68C1-945B-9D9FD0E3E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574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53E48-C523-FD0A-3750-6E1084562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C989E-3B6A-BFBB-919D-F592E13A35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EE9A56-F4EA-BE6D-0BE4-9543D85F1C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FAFD4C-633D-FE63-EB1B-C6E2AF521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75803E-465A-9114-9A2F-D6DF7F00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E7B8FF-F1B3-C547-2091-9D8FC4F3C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313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D02CE-0387-94CA-B91E-00C2D5457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E04668-5E64-D9DF-55E5-CF9353F746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308D87-1F5A-EDB0-B0F4-649D9CD22E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C8C1FC-DF73-6CDE-12E7-7D80990E4D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5BD1FA-F2CA-1ADF-7D4E-B27228365B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763832-2106-C50C-06DC-ECB197C0D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A7CA24-1744-EECB-7250-01FB741F6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EE4AEE-822E-1B31-BD8E-AA6643C8C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008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7E416-2B97-B8B0-C931-4D32A6871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FD8D91-B1BA-E134-F9D5-1A2C25E5D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7F17FC-5520-6EFA-1857-15372AE39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7F1E92-7C4E-F3AD-DF23-985A464D5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863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13911A-128E-FF59-6FE0-C55E4DE55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69482E-5155-C807-10FE-8D0B0442F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9FD6A3-92E3-A798-9D5D-363DEF1AA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231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AF3CB-A751-53D6-9EEC-8AA9A3B8E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3FA2D-F6D4-274C-02F2-BF7FD1885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05076F-0088-4D56-C522-9C51448B9F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3E3CD0-1A1F-34CD-5717-85C9D6133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EAD1BC-17A9-E29C-23A6-04287F994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A88C53-8FC1-4C1C-6B56-CEEFC92A9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463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7820F-FA57-2050-27DD-F47145E90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8528EC-EBDD-C5C8-51DE-730AD10FFC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B614EE-249D-A242-E3B0-3D8DFFB424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DBCFBC-5A1E-90F8-F667-D03B0BD80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2FD005-24A6-6269-4D27-5D19653B9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D9450D-9447-95F1-331D-6505B3CFE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979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AE8E5-349C-5F4D-19DC-BB4742055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112556-0883-F1D7-3376-C66C122EB8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489063-AD98-CE17-AE0F-0AB919114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EFFDC-5633-8DC8-7C34-FCAD274E3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F9F71C-10EE-4E46-94DD-A948C0B23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461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B28F62-BA96-9FF2-748D-6BBC7394A7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B2757F-E438-B15B-C89D-60AE310E35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5E0D2E-AB2D-27DD-743D-388320BB4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966C1-2414-CD64-DA86-AEDD71CB0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E32FD-C06B-CD70-A31E-D788D7B08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511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BF1AE7-2DD8-DB1F-450A-6C0DADB1A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6D2D04-6150-7408-E12D-2EC0D3F297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F22577-9F9C-D26B-1479-412BAF742D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495FF2-3039-4EDA-A46C-839541DE91EE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5B5097-E49E-F423-853D-4EE30C1068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54A06-B5DC-00E2-7C21-A52CEFFBCF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780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52958D-0C40-204B-9ED1-4BD0FB5360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>
                <a:solidFill>
                  <a:srgbClr val="FFFFFF"/>
                </a:solidFill>
              </a:rPr>
              <a:t>Wabash Capstone</a:t>
            </a:r>
            <a:br>
              <a:rPr lang="en-US" sz="4800" dirty="0">
                <a:solidFill>
                  <a:srgbClr val="FFFFFF"/>
                </a:solidFill>
              </a:rPr>
            </a:br>
            <a:r>
              <a:rPr lang="en-US" sz="4800" dirty="0">
                <a:solidFill>
                  <a:srgbClr val="FFFFFF"/>
                </a:solidFill>
              </a:rPr>
              <a:t>Project Notes 07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85D7C2-8067-C721-3AB4-A501BB9201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By: John Danison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15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0A426D-D57A-FDD3-92F2-C40B9DF29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6EAD05C-25EE-EEDF-1A3A-D61274CD24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B11E88-B68A-9882-6BCB-A56A4A660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17B015-67E6-901A-8DCD-BAFA49DCD8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87823A9-E726-D97F-DE7E-4A2D24A68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25F532-6793-FE75-CD4F-7F6A6EA4F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What Did I Say I Would Do This Week?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6853840E-6C32-3CB2-F60E-86A23D548F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7164480"/>
              </p:ext>
            </p:extLst>
          </p:nvPr>
        </p:nvGraphicFramePr>
        <p:xfrm>
          <a:off x="2337498" y="2517954"/>
          <a:ext cx="7810242" cy="39908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0683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E843B0-C757-4FC3-AADF-13EB408D3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Freeform: Shape 23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6" name="Freeform: Shape 25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005347-4F5A-7533-4C7B-DA3F52D36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 dirty="0"/>
              <a:t>What I Have Done Over The Past Week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710697BA-6284-B0EE-AA6B-0040BD0850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8513352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88806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D00411-530D-5815-C0AB-96BA83FED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1902C72-21D2-8714-6C67-D0A28BBA2E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2468C3-F1F7-0A16-55C9-26CE4EC39C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F3F1343-7933-25A5-28E8-64D69DE48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AAFE218-9C15-7C57-4DF0-469A550C8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717AAA-CDF7-2057-08F0-6FAFB5457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Lab Testing – Dudley UTM Machine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8894042-59A8-1712-0529-A5C648E8CA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6189" y="2337706"/>
            <a:ext cx="5804129" cy="43513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192B1D0-53E4-5D5B-9A18-A8E64A82A6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181" y="3737022"/>
            <a:ext cx="5661828" cy="1552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0122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89EC85-93A0-B504-E20B-5B08433EF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8C0EF01-0870-0CD2-66B6-2FAECB4F8F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8D69A9-6A35-7D20-6229-3FB83A0561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5A52DA6-8115-8355-D4B5-57866DAC0E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02AF05-3CCD-2D84-322C-3B5A2BDAD8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C4BF05-4133-C01F-2F53-824C48340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Wabash Software Updates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35F3A5-C482-81A3-BDC8-25077ECF98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7706"/>
            <a:ext cx="10515600" cy="435133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4240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C9ECB-A830-9537-EB0E-85E1D2B2D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5AF0BC44-CEED-A231-DE04-0026B5FBA3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3088"/>
            <a:ext cx="12192000" cy="135075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F67207D-272F-585F-CA69-701A5F6E72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0411" y="1597432"/>
            <a:ext cx="9401585" cy="526056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277C940-146F-1462-5B90-119FAC0750DD}"/>
              </a:ext>
            </a:extLst>
          </p:cNvPr>
          <p:cNvSpPr txBox="1"/>
          <p:nvPr/>
        </p:nvSpPr>
        <p:spPr>
          <a:xfrm>
            <a:off x="83968" y="2079057"/>
            <a:ext cx="2706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Initial Presentation: </a:t>
            </a:r>
            <a:r>
              <a:rPr lang="en-US" b="1"/>
              <a:t>3/27</a:t>
            </a:r>
          </a:p>
        </p:txBody>
      </p:sp>
      <p:pic>
        <p:nvPicPr>
          <p:cNvPr id="4098" name="Picture 2" descr="Lora - Key Features and Advantage |">
            <a:extLst>
              <a:ext uri="{FF2B5EF4-FFF2-40B4-BE49-F238E27FC236}">
                <a16:creationId xmlns:a16="http://schemas.microsoft.com/office/drawing/2014/main" id="{2FDB7CDF-F6DD-08DF-7D28-2977063F17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68" y="3003798"/>
            <a:ext cx="1610787" cy="1058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8" descr="WiFi SVG, PNG - Wifi Clipart, Wifi Signal Svg, Wireless Internet Svg, WiFi  Icon, Wi-Fi Svg, Cut File For Cricut &amp; Silhouette">
            <a:extLst>
              <a:ext uri="{FF2B5EF4-FFF2-40B4-BE49-F238E27FC236}">
                <a16:creationId xmlns:a16="http://schemas.microsoft.com/office/drawing/2014/main" id="{E361BC21-A367-8883-A39A-ACDED6B1DB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148" y="4485373"/>
            <a:ext cx="1218426" cy="974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Green checkmark icon - Free green check mark icons">
            <a:extLst>
              <a:ext uri="{FF2B5EF4-FFF2-40B4-BE49-F238E27FC236}">
                <a16:creationId xmlns:a16="http://schemas.microsoft.com/office/drawing/2014/main" id="{1ADB5D98-2EF7-5BAD-E1AD-7FC5F284C0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4790" y="3097359"/>
            <a:ext cx="657710" cy="657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Simple Red X Mark Free Clip Art Clipart - Red X Mark Transparent Background  - (6015x6124) Png Clipart Download">
            <a:extLst>
              <a:ext uri="{FF2B5EF4-FFF2-40B4-BE49-F238E27FC236}">
                <a16:creationId xmlns:a16="http://schemas.microsoft.com/office/drawing/2014/main" id="{12DBE366-C2B6-F882-DC5D-775E66CFC7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1939" y="4620304"/>
            <a:ext cx="692314" cy="704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2CB9655-DED2-D60B-5606-76D7F9E2DAE2}"/>
              </a:ext>
            </a:extLst>
          </p:cNvPr>
          <p:cNvSpPr txBox="1">
            <a:spLocks/>
          </p:cNvSpPr>
          <p:nvPr/>
        </p:nvSpPr>
        <p:spPr>
          <a:xfrm>
            <a:off x="1129371" y="-113897"/>
            <a:ext cx="9718111" cy="15764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chemeClr val="bg2"/>
                </a:solidFill>
              </a:rPr>
              <a:t>Wabash Software Updates</a:t>
            </a:r>
          </a:p>
        </p:txBody>
      </p:sp>
    </p:spTree>
    <p:extLst>
      <p:ext uri="{BB962C8B-B14F-4D97-AF65-F5344CB8AC3E}">
        <p14:creationId xmlns:p14="http://schemas.microsoft.com/office/powerpoint/2010/main" val="749531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75838-03B6-AB15-CFD2-6B9D38B10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418CEBDC-940D-5023-15DB-8057F7EE0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3088"/>
            <a:ext cx="12192000" cy="135075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5F33F28-C1FC-559D-10E6-AE7C05B17431}"/>
              </a:ext>
            </a:extLst>
          </p:cNvPr>
          <p:cNvSpPr txBox="1">
            <a:spLocks/>
          </p:cNvSpPr>
          <p:nvPr/>
        </p:nvSpPr>
        <p:spPr>
          <a:xfrm>
            <a:off x="1129371" y="-113897"/>
            <a:ext cx="9718111" cy="15764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chemeClr val="bg2"/>
                </a:solidFill>
              </a:rPr>
              <a:t>Wabash Software Updates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8A80B0-510C-C205-136E-FAA360ABCF29}"/>
              </a:ext>
            </a:extLst>
          </p:cNvPr>
          <p:cNvSpPr txBox="1"/>
          <p:nvPr/>
        </p:nvSpPr>
        <p:spPr>
          <a:xfrm>
            <a:off x="83968" y="2079057"/>
            <a:ext cx="2706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Presented: </a:t>
            </a:r>
            <a:r>
              <a:rPr lang="en-US" b="1"/>
              <a:t>4/10</a:t>
            </a:r>
          </a:p>
        </p:txBody>
      </p:sp>
      <p:pic>
        <p:nvPicPr>
          <p:cNvPr id="7" name="Picture 2" descr="Lora - Key Features and Advantage |">
            <a:extLst>
              <a:ext uri="{FF2B5EF4-FFF2-40B4-BE49-F238E27FC236}">
                <a16:creationId xmlns:a16="http://schemas.microsoft.com/office/drawing/2014/main" id="{D0C4713A-341C-F77D-37EE-36C4EE2E0C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68" y="3003798"/>
            <a:ext cx="1610787" cy="1058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 descr="WiFi SVG, PNG - Wifi Clipart, Wifi Signal Svg, Wireless Internet Svg, WiFi  Icon, Wi-Fi Svg, Cut File For Cricut &amp; Silhouette">
            <a:extLst>
              <a:ext uri="{FF2B5EF4-FFF2-40B4-BE49-F238E27FC236}">
                <a16:creationId xmlns:a16="http://schemas.microsoft.com/office/drawing/2014/main" id="{BE7300FB-2F38-8088-1B00-B2EE4C4AA6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148" y="4485373"/>
            <a:ext cx="1218426" cy="974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Green checkmark icon - Free green check mark icons">
            <a:extLst>
              <a:ext uri="{FF2B5EF4-FFF2-40B4-BE49-F238E27FC236}">
                <a16:creationId xmlns:a16="http://schemas.microsoft.com/office/drawing/2014/main" id="{1DAFB411-0C81-47E9-49ED-4C4F6EF10B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4790" y="3097359"/>
            <a:ext cx="657710" cy="657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8" descr="Simple Red X Mark Free Clip Art Clipart - Red X Mark Transparent Background  - (6015x6124) Png Clipart Download">
            <a:extLst>
              <a:ext uri="{FF2B5EF4-FFF2-40B4-BE49-F238E27FC236}">
                <a16:creationId xmlns:a16="http://schemas.microsoft.com/office/drawing/2014/main" id="{6CC18595-BF99-3450-67E7-CD85CA524C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1939" y="4620304"/>
            <a:ext cx="692314" cy="704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942ADEF-23ED-FAC8-F1E2-5990271B96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90407" y="1597432"/>
            <a:ext cx="9401593" cy="5267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2361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7122F-C156-0E97-5C52-80CC67E13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A3F24E16-1D70-B95C-E539-A4E4E88D8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3088"/>
            <a:ext cx="12192000" cy="135075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75CE440-D45E-B6AB-9C75-DDA9EDA667F4}"/>
              </a:ext>
            </a:extLst>
          </p:cNvPr>
          <p:cNvSpPr txBox="1">
            <a:spLocks/>
          </p:cNvSpPr>
          <p:nvPr/>
        </p:nvSpPr>
        <p:spPr>
          <a:xfrm>
            <a:off x="1129371" y="-113897"/>
            <a:ext cx="9718111" cy="15764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chemeClr val="bg2"/>
                </a:solidFill>
              </a:rPr>
              <a:t>Wabash Software Updates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030EC2-B752-07E2-13AD-58432003BD12}"/>
              </a:ext>
            </a:extLst>
          </p:cNvPr>
          <p:cNvSpPr txBox="1"/>
          <p:nvPr/>
        </p:nvSpPr>
        <p:spPr>
          <a:xfrm>
            <a:off x="83968" y="2079057"/>
            <a:ext cx="2706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Current Version</a:t>
            </a:r>
            <a:endParaRPr lang="en-US" b="1"/>
          </a:p>
        </p:txBody>
      </p:sp>
      <p:pic>
        <p:nvPicPr>
          <p:cNvPr id="4" name="Picture 2" descr="Lora - Key Features and Advantage |">
            <a:extLst>
              <a:ext uri="{FF2B5EF4-FFF2-40B4-BE49-F238E27FC236}">
                <a16:creationId xmlns:a16="http://schemas.microsoft.com/office/drawing/2014/main" id="{87DC4BE8-C9AA-672F-4AD6-141CC7E620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68" y="2634836"/>
            <a:ext cx="1610787" cy="1058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8" descr="WiFi SVG, PNG - Wifi Clipart, Wifi Signal Svg, Wireless Internet Svg, WiFi  Icon, Wi-Fi Svg, Cut File For Cricut &amp; Silhouette">
            <a:extLst>
              <a:ext uri="{FF2B5EF4-FFF2-40B4-BE49-F238E27FC236}">
                <a16:creationId xmlns:a16="http://schemas.microsoft.com/office/drawing/2014/main" id="{6BFA05AD-526D-14D1-50CF-BD0B6DD119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795" y="4141340"/>
            <a:ext cx="1218426" cy="974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Green checkmark icon - Free green check mark icons">
            <a:extLst>
              <a:ext uri="{FF2B5EF4-FFF2-40B4-BE49-F238E27FC236}">
                <a16:creationId xmlns:a16="http://schemas.microsoft.com/office/drawing/2014/main" id="{3340884E-FBC7-E071-9F8C-29BF4EF21A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1284" y="2786227"/>
            <a:ext cx="657710" cy="657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Green checkmark icon - Free green check mark icons">
            <a:extLst>
              <a:ext uri="{FF2B5EF4-FFF2-40B4-BE49-F238E27FC236}">
                <a16:creationId xmlns:a16="http://schemas.microsoft.com/office/drawing/2014/main" id="{BC796343-ABD8-8FCA-C624-56D078E173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1284" y="4299855"/>
            <a:ext cx="657710" cy="657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 descr="726 On Premise Data Stock Vectors and Vector Art | Shutterstock">
            <a:extLst>
              <a:ext uri="{FF2B5EF4-FFF2-40B4-BE49-F238E27FC236}">
                <a16:creationId xmlns:a16="http://schemas.microsoft.com/office/drawing/2014/main" id="{17B3AB20-4BD7-FCB1-E653-B87C8D10A7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78" t="21157" r="60401" b="27511"/>
          <a:stretch>
            <a:fillRect/>
          </a:stretch>
        </p:blipFill>
        <p:spPr bwMode="auto">
          <a:xfrm>
            <a:off x="320248" y="5302527"/>
            <a:ext cx="1095655" cy="1369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 descr="Green checkmark icon - Free green check mark icons">
            <a:extLst>
              <a:ext uri="{FF2B5EF4-FFF2-40B4-BE49-F238E27FC236}">
                <a16:creationId xmlns:a16="http://schemas.microsoft.com/office/drawing/2014/main" id="{DDFE238E-81BA-57EC-093E-574D93D2EA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1284" y="5658185"/>
            <a:ext cx="657710" cy="657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249BB6A-6038-AAC2-0BB7-1E942539F3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62824" y="1590741"/>
            <a:ext cx="9432804" cy="5267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4093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BD3E3-3028-FD6B-307D-A8FE339DC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31CCE755-7E61-F1D4-EEEA-835BFF21D4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3088"/>
            <a:ext cx="12192000" cy="135075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0804A53-2FD8-9C0D-6421-20F5FFBEAAEB}"/>
              </a:ext>
            </a:extLst>
          </p:cNvPr>
          <p:cNvSpPr txBox="1">
            <a:spLocks/>
          </p:cNvSpPr>
          <p:nvPr/>
        </p:nvSpPr>
        <p:spPr>
          <a:xfrm>
            <a:off x="1129371" y="-113897"/>
            <a:ext cx="9718111" cy="15764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chemeClr val="bg2"/>
                </a:solidFill>
              </a:rPr>
              <a:t>Wabash Software Updates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8A98E84-E2B6-01EB-7851-70C984D510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755" y="1327667"/>
            <a:ext cx="9819637" cy="5530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1174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FCAA0-125D-977E-D60A-F99413056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543E876-1534-BEC6-B356-245748203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3088"/>
            <a:ext cx="12192000" cy="135075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8FF0733-0C2E-566B-5234-728A98B313FC}"/>
              </a:ext>
            </a:extLst>
          </p:cNvPr>
          <p:cNvSpPr txBox="1">
            <a:spLocks/>
          </p:cNvSpPr>
          <p:nvPr/>
        </p:nvSpPr>
        <p:spPr>
          <a:xfrm>
            <a:off x="1129371" y="-113897"/>
            <a:ext cx="9718111" cy="15764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chemeClr val="bg2"/>
                </a:solidFill>
              </a:rPr>
              <a:t>Wabash Software Updates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10A9CD-2586-0C13-ECD9-6390FF1241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755" y="1327666"/>
            <a:ext cx="9819637" cy="5530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3976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95EA0-C908-4263-BCC9-B2D466908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93C2E2F-76F9-5F15-EB80-7A79315C3B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3088"/>
            <a:ext cx="12192000" cy="135075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B072C47-4FF3-B30D-B22A-2C284E6E3F56}"/>
              </a:ext>
            </a:extLst>
          </p:cNvPr>
          <p:cNvSpPr txBox="1">
            <a:spLocks/>
          </p:cNvSpPr>
          <p:nvPr/>
        </p:nvSpPr>
        <p:spPr>
          <a:xfrm>
            <a:off x="1129371" y="-113897"/>
            <a:ext cx="9718111" cy="15764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chemeClr val="bg2"/>
                </a:solidFill>
              </a:rPr>
              <a:t>Wabash Software Updates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42978C8-0051-D0D5-4814-C8021F9309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9020" y="1327666"/>
            <a:ext cx="9713955" cy="5535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7249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8F91A-7DE9-5336-E21B-6D8A40BD2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D9022218-26FC-20F9-E098-D8B2D78D09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3088"/>
            <a:ext cx="12192000" cy="135075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A169DFF-1DC6-5CDF-C5DD-6911F23C8931}"/>
              </a:ext>
            </a:extLst>
          </p:cNvPr>
          <p:cNvSpPr txBox="1">
            <a:spLocks/>
          </p:cNvSpPr>
          <p:nvPr/>
        </p:nvSpPr>
        <p:spPr>
          <a:xfrm>
            <a:off x="1129371" y="-113897"/>
            <a:ext cx="9718111" cy="15764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chemeClr val="bg2"/>
                </a:solidFill>
              </a:rPr>
              <a:t>Wabash Software Updates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F7200C-60C5-DD75-D5E6-9DD2E630E8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7924"/>
          <a:stretch>
            <a:fillRect/>
          </a:stretch>
        </p:blipFill>
        <p:spPr>
          <a:xfrm>
            <a:off x="3047736" y="3872769"/>
            <a:ext cx="6543675" cy="29706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397C19E-25C7-74DE-AA3F-AB3DF46917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7736" y="1952154"/>
            <a:ext cx="6543675" cy="16097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461B77C-5467-1DF6-7269-1DF999EE91F9}"/>
              </a:ext>
            </a:extLst>
          </p:cNvPr>
          <p:cNvSpPr txBox="1"/>
          <p:nvPr/>
        </p:nvSpPr>
        <p:spPr>
          <a:xfrm>
            <a:off x="5337273" y="1597432"/>
            <a:ext cx="1964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SD Card Setup: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888052-8392-53A9-A8F0-489CC93E220D}"/>
              </a:ext>
            </a:extLst>
          </p:cNvPr>
          <p:cNvSpPr txBox="1"/>
          <p:nvPr/>
        </p:nvSpPr>
        <p:spPr>
          <a:xfrm>
            <a:off x="4751187" y="3532658"/>
            <a:ext cx="3136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App Data Local Storage</a:t>
            </a:r>
          </a:p>
        </p:txBody>
      </p:sp>
    </p:spTree>
    <p:extLst>
      <p:ext uri="{BB962C8B-B14F-4D97-AF65-F5344CB8AC3E}">
        <p14:creationId xmlns:p14="http://schemas.microsoft.com/office/powerpoint/2010/main" val="10405637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2E675-E614-09FB-750B-C25786C12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81AEA7A7-3EE0-64E5-2FE4-1E6216BDC0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3088"/>
            <a:ext cx="12192000" cy="135075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CD2C537-5AA5-0539-DA14-7C1746B00ADE}"/>
              </a:ext>
            </a:extLst>
          </p:cNvPr>
          <p:cNvSpPr txBox="1">
            <a:spLocks/>
          </p:cNvSpPr>
          <p:nvPr/>
        </p:nvSpPr>
        <p:spPr>
          <a:xfrm>
            <a:off x="1129371" y="-113897"/>
            <a:ext cx="9718111" cy="15764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chemeClr val="bg2"/>
                </a:solidFill>
              </a:rPr>
              <a:t>Wabash Software Updates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B4C8C0-34E4-A1AD-9DD0-D24F13B4CD71}"/>
              </a:ext>
            </a:extLst>
          </p:cNvPr>
          <p:cNvSpPr txBox="1"/>
          <p:nvPr/>
        </p:nvSpPr>
        <p:spPr>
          <a:xfrm>
            <a:off x="3194092" y="1636343"/>
            <a:ext cx="58038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Demo Video can be found at the end of the Gate 5.5 presentation submission.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The video was giving me issues here unfortunately.</a:t>
            </a:r>
          </a:p>
        </p:txBody>
      </p:sp>
    </p:spTree>
    <p:extLst>
      <p:ext uri="{BB962C8B-B14F-4D97-AF65-F5344CB8AC3E}">
        <p14:creationId xmlns:p14="http://schemas.microsoft.com/office/powerpoint/2010/main" val="25665082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ACD73-FDB4-0762-4D32-29DA9D7B6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2397156C-A1CD-5422-193E-3FDFB54E28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3088"/>
            <a:ext cx="12192000" cy="135075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97E23CE-F67D-4A53-A1D4-A42593278DD9}"/>
              </a:ext>
            </a:extLst>
          </p:cNvPr>
          <p:cNvSpPr txBox="1">
            <a:spLocks/>
          </p:cNvSpPr>
          <p:nvPr/>
        </p:nvSpPr>
        <p:spPr>
          <a:xfrm>
            <a:off x="1129371" y="-113897"/>
            <a:ext cx="9718111" cy="15764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chemeClr val="bg2"/>
                </a:solidFill>
              </a:rPr>
              <a:t>Schematic Update – Added Capacitors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BA6EF53-2B0D-1952-8EE1-7E96F57A28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5798" y="1327666"/>
            <a:ext cx="8200400" cy="5530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0096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865195-0B3C-3ECE-1C66-44C921260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Did I Do What I Say I Would Do?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8903097-7913-B7AF-C378-E5DC770B15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922359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365402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C221FF-91B1-6851-C9A6-E58A496E0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Plans For Upcoming Weeks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0F22C15-454B-0516-E3AF-1C8DD9EAE7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398274"/>
              </p:ext>
            </p:extLst>
          </p:nvPr>
        </p:nvGraphicFramePr>
        <p:xfrm>
          <a:off x="632085" y="2273574"/>
          <a:ext cx="10927829" cy="44861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752073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383</TotalTime>
  <Words>254</Words>
  <Application>Microsoft Office PowerPoint</Application>
  <PresentationFormat>Widescreen</PresentationFormat>
  <Paragraphs>40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Office Theme</vt:lpstr>
      <vt:lpstr>Wabash Capstone Project Notes 07</vt:lpstr>
      <vt:lpstr>What Did I Say I Would Do This Week?</vt:lpstr>
      <vt:lpstr>What I Have Done Over The Past Week</vt:lpstr>
      <vt:lpstr>Lab Testing – Dudley UTM Machine</vt:lpstr>
      <vt:lpstr>Wabash Software Updates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Did I Do What I Say I Would Do?</vt:lpstr>
      <vt:lpstr>Plans For Upcoming Weeks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Thomas Danison</dc:creator>
  <cp:lastModifiedBy>John Thomas Danison</cp:lastModifiedBy>
  <cp:revision>39</cp:revision>
  <dcterms:created xsi:type="dcterms:W3CDTF">2025-09-22T13:39:50Z</dcterms:created>
  <dcterms:modified xsi:type="dcterms:W3CDTF">2026-04-17T23:02:43Z</dcterms:modified>
</cp:coreProperties>
</file>
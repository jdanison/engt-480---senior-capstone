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60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67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4" Type="http://schemas.openxmlformats.org/officeDocument/2006/relationships/image" Target="../media/image8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4" Type="http://schemas.openxmlformats.org/officeDocument/2006/relationships/image" Target="../media/image8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3CD0C7C-48AF-47CD-AB4D-73A8CEED5428}" type="doc">
      <dgm:prSet loTypeId="urn:microsoft.com/office/officeart/2005/8/layout/hierarchy1" loCatId="hierarchy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0B094B90-754E-44F1-8966-025D3191198F}">
      <dgm:prSet/>
      <dgm:spPr/>
      <dgm:t>
        <a:bodyPr/>
        <a:lstStyle/>
        <a:p>
          <a:r>
            <a:rPr lang="en-US"/>
            <a:t>Yes, I feel that I met my promises this past week. There is nothing outstanding where I am holding my group back from making progress.</a:t>
          </a:r>
        </a:p>
      </dgm:t>
    </dgm:pt>
    <dgm:pt modelId="{896020A9-F608-4F6B-B742-C821DF00A687}" type="parTrans" cxnId="{C1C4A70D-C8AB-4484-81B2-4F7D57C298B8}">
      <dgm:prSet/>
      <dgm:spPr/>
      <dgm:t>
        <a:bodyPr/>
        <a:lstStyle/>
        <a:p>
          <a:endParaRPr lang="en-US"/>
        </a:p>
      </dgm:t>
    </dgm:pt>
    <dgm:pt modelId="{3542A7A7-1C89-47DC-A86C-489B98167A70}" type="sibTrans" cxnId="{C1C4A70D-C8AB-4484-81B2-4F7D57C298B8}">
      <dgm:prSet/>
      <dgm:spPr/>
      <dgm:t>
        <a:bodyPr/>
        <a:lstStyle/>
        <a:p>
          <a:endParaRPr lang="en-US"/>
        </a:p>
      </dgm:t>
    </dgm:pt>
    <dgm:pt modelId="{AE7C4542-7D1F-4E6B-AC52-10AD73B32BE6}">
      <dgm:prSet/>
      <dgm:spPr/>
      <dgm:t>
        <a:bodyPr/>
        <a:lstStyle/>
        <a:p>
          <a:r>
            <a:rPr lang="en-US" dirty="0"/>
            <a:t>I have attended every class so far. I lead the team in technical solution brainstorming.</a:t>
          </a:r>
        </a:p>
      </dgm:t>
    </dgm:pt>
    <dgm:pt modelId="{C17EAAD3-43CC-4AFB-BB49-7C58807D7778}" type="parTrans" cxnId="{8AA7A339-AF9F-4112-9A48-E48ED7BC4697}">
      <dgm:prSet/>
      <dgm:spPr/>
      <dgm:t>
        <a:bodyPr/>
        <a:lstStyle/>
        <a:p>
          <a:endParaRPr lang="en-US"/>
        </a:p>
      </dgm:t>
    </dgm:pt>
    <dgm:pt modelId="{DF9F2BBE-04B5-4A52-9652-C27E2E64B5BE}" type="sibTrans" cxnId="{8AA7A339-AF9F-4112-9A48-E48ED7BC4697}">
      <dgm:prSet/>
      <dgm:spPr/>
      <dgm:t>
        <a:bodyPr/>
        <a:lstStyle/>
        <a:p>
          <a:endParaRPr lang="en-US"/>
        </a:p>
      </dgm:t>
    </dgm:pt>
    <dgm:pt modelId="{5DE8717E-2BBD-4F17-8FFD-76F5C37B9A26}" type="pres">
      <dgm:prSet presAssocID="{23CD0C7C-48AF-47CD-AB4D-73A8CEED5428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7E6D5CA4-CB8A-4241-BEAD-9F31C117FFDE}" type="pres">
      <dgm:prSet presAssocID="{0B094B90-754E-44F1-8966-025D3191198F}" presName="hierRoot1" presStyleCnt="0"/>
      <dgm:spPr/>
    </dgm:pt>
    <dgm:pt modelId="{6EED1EDB-C35B-44B1-9DB6-38326C6D5A2B}" type="pres">
      <dgm:prSet presAssocID="{0B094B90-754E-44F1-8966-025D3191198F}" presName="composite" presStyleCnt="0"/>
      <dgm:spPr/>
    </dgm:pt>
    <dgm:pt modelId="{5586466B-6598-4878-90A3-E95E3CA14A5A}" type="pres">
      <dgm:prSet presAssocID="{0B094B90-754E-44F1-8966-025D3191198F}" presName="background" presStyleLbl="node0" presStyleIdx="0" presStyleCnt="2"/>
      <dgm:spPr/>
    </dgm:pt>
    <dgm:pt modelId="{538366B5-25E4-4AEB-8C46-AB42BA97EED3}" type="pres">
      <dgm:prSet presAssocID="{0B094B90-754E-44F1-8966-025D3191198F}" presName="text" presStyleLbl="fgAcc0" presStyleIdx="0" presStyleCnt="2">
        <dgm:presLayoutVars>
          <dgm:chPref val="3"/>
        </dgm:presLayoutVars>
      </dgm:prSet>
      <dgm:spPr/>
    </dgm:pt>
    <dgm:pt modelId="{536E62E5-8615-4601-942B-AA1A767782AA}" type="pres">
      <dgm:prSet presAssocID="{0B094B90-754E-44F1-8966-025D3191198F}" presName="hierChild2" presStyleCnt="0"/>
      <dgm:spPr/>
    </dgm:pt>
    <dgm:pt modelId="{3E6D7045-B892-47C7-BA4E-79277E9BCBC6}" type="pres">
      <dgm:prSet presAssocID="{AE7C4542-7D1F-4E6B-AC52-10AD73B32BE6}" presName="hierRoot1" presStyleCnt="0"/>
      <dgm:spPr/>
    </dgm:pt>
    <dgm:pt modelId="{8B820AA5-3772-4501-9B18-145263F1360A}" type="pres">
      <dgm:prSet presAssocID="{AE7C4542-7D1F-4E6B-AC52-10AD73B32BE6}" presName="composite" presStyleCnt="0"/>
      <dgm:spPr/>
    </dgm:pt>
    <dgm:pt modelId="{469E38B1-A5CF-4409-99DE-F9A76EBA53D3}" type="pres">
      <dgm:prSet presAssocID="{AE7C4542-7D1F-4E6B-AC52-10AD73B32BE6}" presName="background" presStyleLbl="node0" presStyleIdx="1" presStyleCnt="2"/>
      <dgm:spPr/>
    </dgm:pt>
    <dgm:pt modelId="{0A33496D-CAC1-4D2F-97F7-492A3F6E5F3F}" type="pres">
      <dgm:prSet presAssocID="{AE7C4542-7D1F-4E6B-AC52-10AD73B32BE6}" presName="text" presStyleLbl="fgAcc0" presStyleIdx="1" presStyleCnt="2">
        <dgm:presLayoutVars>
          <dgm:chPref val="3"/>
        </dgm:presLayoutVars>
      </dgm:prSet>
      <dgm:spPr/>
    </dgm:pt>
    <dgm:pt modelId="{09E12D95-62FD-4AF0-854B-C6E6CAFE4A4F}" type="pres">
      <dgm:prSet presAssocID="{AE7C4542-7D1F-4E6B-AC52-10AD73B32BE6}" presName="hierChild2" presStyleCnt="0"/>
      <dgm:spPr/>
    </dgm:pt>
  </dgm:ptLst>
  <dgm:cxnLst>
    <dgm:cxn modelId="{C1C4A70D-C8AB-4484-81B2-4F7D57C298B8}" srcId="{23CD0C7C-48AF-47CD-AB4D-73A8CEED5428}" destId="{0B094B90-754E-44F1-8966-025D3191198F}" srcOrd="0" destOrd="0" parTransId="{896020A9-F608-4F6B-B742-C821DF00A687}" sibTransId="{3542A7A7-1C89-47DC-A86C-489B98167A70}"/>
    <dgm:cxn modelId="{8AA7A339-AF9F-4112-9A48-E48ED7BC4697}" srcId="{23CD0C7C-48AF-47CD-AB4D-73A8CEED5428}" destId="{AE7C4542-7D1F-4E6B-AC52-10AD73B32BE6}" srcOrd="1" destOrd="0" parTransId="{C17EAAD3-43CC-4AFB-BB49-7C58807D7778}" sibTransId="{DF9F2BBE-04B5-4A52-9652-C27E2E64B5BE}"/>
    <dgm:cxn modelId="{B6C14173-BD5A-4FEC-83AC-CE90E551B7BD}" type="presOf" srcId="{23CD0C7C-48AF-47CD-AB4D-73A8CEED5428}" destId="{5DE8717E-2BBD-4F17-8FFD-76F5C37B9A26}" srcOrd="0" destOrd="0" presId="urn:microsoft.com/office/officeart/2005/8/layout/hierarchy1"/>
    <dgm:cxn modelId="{16333E76-56C2-4059-9D57-CEE158F0B884}" type="presOf" srcId="{AE7C4542-7D1F-4E6B-AC52-10AD73B32BE6}" destId="{0A33496D-CAC1-4D2F-97F7-492A3F6E5F3F}" srcOrd="0" destOrd="0" presId="urn:microsoft.com/office/officeart/2005/8/layout/hierarchy1"/>
    <dgm:cxn modelId="{71BE29FF-4173-49CD-A18C-2CF663105F9D}" type="presOf" srcId="{0B094B90-754E-44F1-8966-025D3191198F}" destId="{538366B5-25E4-4AEB-8C46-AB42BA97EED3}" srcOrd="0" destOrd="0" presId="urn:microsoft.com/office/officeart/2005/8/layout/hierarchy1"/>
    <dgm:cxn modelId="{CA506EEB-BC60-4C07-BC7A-3F081EBBE655}" type="presParOf" srcId="{5DE8717E-2BBD-4F17-8FFD-76F5C37B9A26}" destId="{7E6D5CA4-CB8A-4241-BEAD-9F31C117FFDE}" srcOrd="0" destOrd="0" presId="urn:microsoft.com/office/officeart/2005/8/layout/hierarchy1"/>
    <dgm:cxn modelId="{786191A1-B84A-4CB9-978E-EC8AE4931D35}" type="presParOf" srcId="{7E6D5CA4-CB8A-4241-BEAD-9F31C117FFDE}" destId="{6EED1EDB-C35B-44B1-9DB6-38326C6D5A2B}" srcOrd="0" destOrd="0" presId="urn:microsoft.com/office/officeart/2005/8/layout/hierarchy1"/>
    <dgm:cxn modelId="{DB84793C-924A-4192-BD70-59A06B8E9F3E}" type="presParOf" srcId="{6EED1EDB-C35B-44B1-9DB6-38326C6D5A2B}" destId="{5586466B-6598-4878-90A3-E95E3CA14A5A}" srcOrd="0" destOrd="0" presId="urn:microsoft.com/office/officeart/2005/8/layout/hierarchy1"/>
    <dgm:cxn modelId="{BFF5AB42-19F1-4584-9D62-962AAD985EF8}" type="presParOf" srcId="{6EED1EDB-C35B-44B1-9DB6-38326C6D5A2B}" destId="{538366B5-25E4-4AEB-8C46-AB42BA97EED3}" srcOrd="1" destOrd="0" presId="urn:microsoft.com/office/officeart/2005/8/layout/hierarchy1"/>
    <dgm:cxn modelId="{EF29A225-162D-401C-BAEB-AECED5DB2940}" type="presParOf" srcId="{7E6D5CA4-CB8A-4241-BEAD-9F31C117FFDE}" destId="{536E62E5-8615-4601-942B-AA1A767782AA}" srcOrd="1" destOrd="0" presId="urn:microsoft.com/office/officeart/2005/8/layout/hierarchy1"/>
    <dgm:cxn modelId="{DE5C07B6-3012-4794-96BA-4AD9FB7CED1C}" type="presParOf" srcId="{5DE8717E-2BBD-4F17-8FFD-76F5C37B9A26}" destId="{3E6D7045-B892-47C7-BA4E-79277E9BCBC6}" srcOrd="1" destOrd="0" presId="urn:microsoft.com/office/officeart/2005/8/layout/hierarchy1"/>
    <dgm:cxn modelId="{5D713EAE-8C9E-4901-B4D0-6FD8DF2DB840}" type="presParOf" srcId="{3E6D7045-B892-47C7-BA4E-79277E9BCBC6}" destId="{8B820AA5-3772-4501-9B18-145263F1360A}" srcOrd="0" destOrd="0" presId="urn:microsoft.com/office/officeart/2005/8/layout/hierarchy1"/>
    <dgm:cxn modelId="{317523CF-C194-457C-80D0-20DE34F7FC88}" type="presParOf" srcId="{8B820AA5-3772-4501-9B18-145263F1360A}" destId="{469E38B1-A5CF-4409-99DE-F9A76EBA53D3}" srcOrd="0" destOrd="0" presId="urn:microsoft.com/office/officeart/2005/8/layout/hierarchy1"/>
    <dgm:cxn modelId="{6AFC015C-76E1-469A-AFC8-6E9E607895A0}" type="presParOf" srcId="{8B820AA5-3772-4501-9B18-145263F1360A}" destId="{0A33496D-CAC1-4D2F-97F7-492A3F6E5F3F}" srcOrd="1" destOrd="0" presId="urn:microsoft.com/office/officeart/2005/8/layout/hierarchy1"/>
    <dgm:cxn modelId="{BAAC75C5-43AF-4985-9286-8271E4E63340}" type="presParOf" srcId="{3E6D7045-B892-47C7-BA4E-79277E9BCBC6}" destId="{09E12D95-62FD-4AF0-854B-C6E6CAFE4A4F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6E70653-6C3E-4194-8BE6-BFFB82B8AE46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55F31D8C-D1BC-4945-816B-2FA70AF3F016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Continue To:</a:t>
          </a:r>
        </a:p>
      </dgm:t>
    </dgm:pt>
    <dgm:pt modelId="{309A307F-5798-41C7-9CDD-9D7E907E29D1}" type="parTrans" cxnId="{9B60F058-2301-41F3-8911-4CAEAD54C3D0}">
      <dgm:prSet/>
      <dgm:spPr/>
      <dgm:t>
        <a:bodyPr/>
        <a:lstStyle/>
        <a:p>
          <a:endParaRPr lang="en-US"/>
        </a:p>
      </dgm:t>
    </dgm:pt>
    <dgm:pt modelId="{E84A1CB2-A4F2-4F89-ACC1-CAD680677845}" type="sibTrans" cxnId="{9B60F058-2301-41F3-8911-4CAEAD54C3D0}">
      <dgm:prSet/>
      <dgm:spPr/>
      <dgm:t>
        <a:bodyPr/>
        <a:lstStyle/>
        <a:p>
          <a:endParaRPr lang="en-US"/>
        </a:p>
      </dgm:t>
    </dgm:pt>
    <dgm:pt modelId="{7AD9DCC1-0093-459C-959C-FE9BFE63B2E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Continue to Brainstorm Sensors, Power Systems, &amp; Data Acquisition Strategies</a:t>
          </a:r>
        </a:p>
      </dgm:t>
    </dgm:pt>
    <dgm:pt modelId="{29AC5A83-55EF-468E-9028-2EC70FC512AB}" type="parTrans" cxnId="{37F5D9DE-436D-4E47-9A7B-B889EB909227}">
      <dgm:prSet/>
      <dgm:spPr/>
      <dgm:t>
        <a:bodyPr/>
        <a:lstStyle/>
        <a:p>
          <a:endParaRPr lang="en-US"/>
        </a:p>
      </dgm:t>
    </dgm:pt>
    <dgm:pt modelId="{5BF31569-2B8D-4F34-B0E1-B9E3B9DD83CE}" type="sibTrans" cxnId="{37F5D9DE-436D-4E47-9A7B-B889EB909227}">
      <dgm:prSet/>
      <dgm:spPr/>
      <dgm:t>
        <a:bodyPr/>
        <a:lstStyle/>
        <a:p>
          <a:endParaRPr lang="en-US"/>
        </a:p>
      </dgm:t>
    </dgm:pt>
    <dgm:pt modelId="{22904BC5-BE21-4805-82B3-0F9009FCFC2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Communicate with Team Members</a:t>
          </a:r>
        </a:p>
      </dgm:t>
    </dgm:pt>
    <dgm:pt modelId="{D67DC984-2059-4099-9F81-EFD9B598E1FB}" type="parTrans" cxnId="{4CBFD9F9-F20C-4C2F-9D0E-1E68F1B75099}">
      <dgm:prSet/>
      <dgm:spPr/>
      <dgm:t>
        <a:bodyPr/>
        <a:lstStyle/>
        <a:p>
          <a:endParaRPr lang="en-US"/>
        </a:p>
      </dgm:t>
    </dgm:pt>
    <dgm:pt modelId="{9A18A37A-E9E6-4D85-807F-18685F0714BC}" type="sibTrans" cxnId="{4CBFD9F9-F20C-4C2F-9D0E-1E68F1B75099}">
      <dgm:prSet/>
      <dgm:spPr/>
      <dgm:t>
        <a:bodyPr/>
        <a:lstStyle/>
        <a:p>
          <a:endParaRPr lang="en-US"/>
        </a:p>
      </dgm:t>
    </dgm:pt>
    <dgm:pt modelId="{97E32105-08D7-4139-9F4B-3AA86443B2F6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dirty="0"/>
            <a:t>By EOW:</a:t>
          </a:r>
        </a:p>
      </dgm:t>
    </dgm:pt>
    <dgm:pt modelId="{2B229D14-6EA2-49BB-831B-8886C2038AB3}" type="parTrans" cxnId="{D6B44CB5-0F5B-4F35-B786-6B97F7552310}">
      <dgm:prSet/>
      <dgm:spPr/>
      <dgm:t>
        <a:bodyPr/>
        <a:lstStyle/>
        <a:p>
          <a:endParaRPr lang="en-US"/>
        </a:p>
      </dgm:t>
    </dgm:pt>
    <dgm:pt modelId="{58956129-593C-4536-8F2F-D6F898EC3720}" type="sibTrans" cxnId="{D6B44CB5-0F5B-4F35-B786-6B97F7552310}">
      <dgm:prSet/>
      <dgm:spPr/>
      <dgm:t>
        <a:bodyPr/>
        <a:lstStyle/>
        <a:p>
          <a:endParaRPr lang="en-US"/>
        </a:p>
      </dgm:t>
    </dgm:pt>
    <dgm:pt modelId="{64C940D0-7C24-4764-8258-BC5A4C92CA4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Work on Gate Report</a:t>
          </a:r>
        </a:p>
      </dgm:t>
    </dgm:pt>
    <dgm:pt modelId="{7483C45F-E510-42EE-8234-992A297F011A}" type="parTrans" cxnId="{FB5E3842-8682-478E-B387-4FD8303DE3AB}">
      <dgm:prSet/>
      <dgm:spPr/>
      <dgm:t>
        <a:bodyPr/>
        <a:lstStyle/>
        <a:p>
          <a:endParaRPr lang="en-US"/>
        </a:p>
      </dgm:t>
    </dgm:pt>
    <dgm:pt modelId="{5B7A44AC-BCC0-47CF-AA4D-F1AE50309908}" type="sibTrans" cxnId="{FB5E3842-8682-478E-B387-4FD8303DE3AB}">
      <dgm:prSet/>
      <dgm:spPr/>
      <dgm:t>
        <a:bodyPr/>
        <a:lstStyle/>
        <a:p>
          <a:endParaRPr lang="en-US"/>
        </a:p>
      </dgm:t>
    </dgm:pt>
    <dgm:pt modelId="{A378C1B6-4C3D-45B0-A74A-AA9AAFBA921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Continue To Research / Become Expert On Trailer Couplers &amp; Kingpins</a:t>
          </a:r>
          <a:endParaRPr lang="en-US" dirty="0"/>
        </a:p>
      </dgm:t>
    </dgm:pt>
    <dgm:pt modelId="{7E668BE7-1714-40EB-A5C1-90C221765F7A}" type="parTrans" cxnId="{ACC98D25-9B44-4FEE-AC90-2ED35C937B34}">
      <dgm:prSet/>
      <dgm:spPr/>
      <dgm:t>
        <a:bodyPr/>
        <a:lstStyle/>
        <a:p>
          <a:endParaRPr lang="en-US"/>
        </a:p>
      </dgm:t>
    </dgm:pt>
    <dgm:pt modelId="{5E3B6BFD-6618-4D1A-8EF0-AE7E097DF375}" type="sibTrans" cxnId="{ACC98D25-9B44-4FEE-AC90-2ED35C937B34}">
      <dgm:prSet/>
      <dgm:spPr/>
      <dgm:t>
        <a:bodyPr/>
        <a:lstStyle/>
        <a:p>
          <a:endParaRPr lang="en-US"/>
        </a:p>
      </dgm:t>
    </dgm:pt>
    <dgm:pt modelId="{1BA61194-1A65-47E5-9083-0F678EF72D01}" type="pres">
      <dgm:prSet presAssocID="{16E70653-6C3E-4194-8BE6-BFFB82B8AE46}" presName="root" presStyleCnt="0">
        <dgm:presLayoutVars>
          <dgm:dir/>
          <dgm:resizeHandles val="exact"/>
        </dgm:presLayoutVars>
      </dgm:prSet>
      <dgm:spPr/>
    </dgm:pt>
    <dgm:pt modelId="{A5677909-CE19-4879-AE75-A5D3913521E3}" type="pres">
      <dgm:prSet presAssocID="{55F31D8C-D1BC-4945-816B-2FA70AF3F016}" presName="compNode" presStyleCnt="0"/>
      <dgm:spPr/>
    </dgm:pt>
    <dgm:pt modelId="{D30F4C7D-B0AD-43EB-BB46-3E92E7BE97DC}" type="pres">
      <dgm:prSet presAssocID="{55F31D8C-D1BC-4945-816B-2FA70AF3F016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326AA21A-0B61-4C87-9242-6E2F697C4863}" type="pres">
      <dgm:prSet presAssocID="{55F31D8C-D1BC-4945-816B-2FA70AF3F016}" presName="iconSpace" presStyleCnt="0"/>
      <dgm:spPr/>
    </dgm:pt>
    <dgm:pt modelId="{49DD8519-5670-4591-9EB3-07C9204FA964}" type="pres">
      <dgm:prSet presAssocID="{55F31D8C-D1BC-4945-816B-2FA70AF3F016}" presName="parTx" presStyleLbl="revTx" presStyleIdx="0" presStyleCnt="4">
        <dgm:presLayoutVars>
          <dgm:chMax val="0"/>
          <dgm:chPref val="0"/>
        </dgm:presLayoutVars>
      </dgm:prSet>
      <dgm:spPr/>
    </dgm:pt>
    <dgm:pt modelId="{9DC07DBC-7E49-4B83-95C9-85C539260489}" type="pres">
      <dgm:prSet presAssocID="{55F31D8C-D1BC-4945-816B-2FA70AF3F016}" presName="txSpace" presStyleCnt="0"/>
      <dgm:spPr/>
    </dgm:pt>
    <dgm:pt modelId="{6961EB70-9F99-4472-A05C-AAD051EDED01}" type="pres">
      <dgm:prSet presAssocID="{55F31D8C-D1BC-4945-816B-2FA70AF3F016}" presName="desTx" presStyleLbl="revTx" presStyleIdx="1" presStyleCnt="4">
        <dgm:presLayoutVars/>
      </dgm:prSet>
      <dgm:spPr/>
    </dgm:pt>
    <dgm:pt modelId="{C4A20B15-4C8D-49C6-880D-8BBB9376F5D4}" type="pres">
      <dgm:prSet presAssocID="{E84A1CB2-A4F2-4F89-ACC1-CAD680677845}" presName="sibTrans" presStyleCnt="0"/>
      <dgm:spPr/>
    </dgm:pt>
    <dgm:pt modelId="{14B5DE4B-3C0A-4B56-9253-5DE35BD8657C}" type="pres">
      <dgm:prSet presAssocID="{97E32105-08D7-4139-9F4B-3AA86443B2F6}" presName="compNode" presStyleCnt="0"/>
      <dgm:spPr/>
    </dgm:pt>
    <dgm:pt modelId="{3C0C3B54-0C6A-44F7-8672-C39FD3FC5F1B}" type="pres">
      <dgm:prSet presAssocID="{97E32105-08D7-4139-9F4B-3AA86443B2F6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ocket"/>
        </a:ext>
      </dgm:extLst>
    </dgm:pt>
    <dgm:pt modelId="{98553BE2-2FDB-4947-8A5E-5CB0ED603211}" type="pres">
      <dgm:prSet presAssocID="{97E32105-08D7-4139-9F4B-3AA86443B2F6}" presName="iconSpace" presStyleCnt="0"/>
      <dgm:spPr/>
    </dgm:pt>
    <dgm:pt modelId="{82A6DA78-ED68-48DB-B275-E21C38A49C2E}" type="pres">
      <dgm:prSet presAssocID="{97E32105-08D7-4139-9F4B-3AA86443B2F6}" presName="parTx" presStyleLbl="revTx" presStyleIdx="2" presStyleCnt="4">
        <dgm:presLayoutVars>
          <dgm:chMax val="0"/>
          <dgm:chPref val="0"/>
        </dgm:presLayoutVars>
      </dgm:prSet>
      <dgm:spPr/>
    </dgm:pt>
    <dgm:pt modelId="{210EEEEB-2486-4AA6-A228-33A4A464DE0E}" type="pres">
      <dgm:prSet presAssocID="{97E32105-08D7-4139-9F4B-3AA86443B2F6}" presName="txSpace" presStyleCnt="0"/>
      <dgm:spPr/>
    </dgm:pt>
    <dgm:pt modelId="{62AF9954-8D2E-43F8-8C8F-1E22516A1735}" type="pres">
      <dgm:prSet presAssocID="{97E32105-08D7-4139-9F4B-3AA86443B2F6}" presName="desTx" presStyleLbl="revTx" presStyleIdx="3" presStyleCnt="4">
        <dgm:presLayoutVars/>
      </dgm:prSet>
      <dgm:spPr/>
    </dgm:pt>
  </dgm:ptLst>
  <dgm:cxnLst>
    <dgm:cxn modelId="{7ED91A06-F579-4689-AFBE-93A419560CC7}" type="presOf" srcId="{97E32105-08D7-4139-9F4B-3AA86443B2F6}" destId="{82A6DA78-ED68-48DB-B275-E21C38A49C2E}" srcOrd="0" destOrd="0" presId="urn:microsoft.com/office/officeart/2018/5/layout/CenteredIconLabelDescriptionList"/>
    <dgm:cxn modelId="{F1418216-FEB9-4922-B4A4-94BBF558B223}" type="presOf" srcId="{16E70653-6C3E-4194-8BE6-BFFB82B8AE46}" destId="{1BA61194-1A65-47E5-9083-0F678EF72D01}" srcOrd="0" destOrd="0" presId="urn:microsoft.com/office/officeart/2018/5/layout/CenteredIconLabelDescriptionList"/>
    <dgm:cxn modelId="{8139B516-3F87-4548-8D00-A82966D875D5}" type="presOf" srcId="{7AD9DCC1-0093-459C-959C-FE9BFE63B2E0}" destId="{6961EB70-9F99-4472-A05C-AAD051EDED01}" srcOrd="0" destOrd="0" presId="urn:microsoft.com/office/officeart/2018/5/layout/CenteredIconLabelDescriptionList"/>
    <dgm:cxn modelId="{ACC98D25-9B44-4FEE-AC90-2ED35C937B34}" srcId="{97E32105-08D7-4139-9F4B-3AA86443B2F6}" destId="{A378C1B6-4C3D-45B0-A74A-AA9AAFBA921D}" srcOrd="1" destOrd="0" parTransId="{7E668BE7-1714-40EB-A5C1-90C221765F7A}" sibTransId="{5E3B6BFD-6618-4D1A-8EF0-AE7E097DF375}"/>
    <dgm:cxn modelId="{FB5E3842-8682-478E-B387-4FD8303DE3AB}" srcId="{97E32105-08D7-4139-9F4B-3AA86443B2F6}" destId="{64C940D0-7C24-4764-8258-BC5A4C92CA47}" srcOrd="0" destOrd="0" parTransId="{7483C45F-E510-42EE-8234-992A297F011A}" sibTransId="{5B7A44AC-BCC0-47CF-AA4D-F1AE50309908}"/>
    <dgm:cxn modelId="{BCD45D57-3623-4F73-8308-C95ED8759FB6}" type="presOf" srcId="{55F31D8C-D1BC-4945-816B-2FA70AF3F016}" destId="{49DD8519-5670-4591-9EB3-07C9204FA964}" srcOrd="0" destOrd="0" presId="urn:microsoft.com/office/officeart/2018/5/layout/CenteredIconLabelDescriptionList"/>
    <dgm:cxn modelId="{9B60F058-2301-41F3-8911-4CAEAD54C3D0}" srcId="{16E70653-6C3E-4194-8BE6-BFFB82B8AE46}" destId="{55F31D8C-D1BC-4945-816B-2FA70AF3F016}" srcOrd="0" destOrd="0" parTransId="{309A307F-5798-41C7-9CDD-9D7E907E29D1}" sibTransId="{E84A1CB2-A4F2-4F89-ACC1-CAD680677845}"/>
    <dgm:cxn modelId="{D87749A2-6A92-4B64-B419-FF491F321018}" type="presOf" srcId="{64C940D0-7C24-4764-8258-BC5A4C92CA47}" destId="{62AF9954-8D2E-43F8-8C8F-1E22516A1735}" srcOrd="0" destOrd="0" presId="urn:microsoft.com/office/officeart/2018/5/layout/CenteredIconLabelDescriptionList"/>
    <dgm:cxn modelId="{D6B44CB5-0F5B-4F35-B786-6B97F7552310}" srcId="{16E70653-6C3E-4194-8BE6-BFFB82B8AE46}" destId="{97E32105-08D7-4139-9F4B-3AA86443B2F6}" srcOrd="1" destOrd="0" parTransId="{2B229D14-6EA2-49BB-831B-8886C2038AB3}" sibTransId="{58956129-593C-4536-8F2F-D6F898EC3720}"/>
    <dgm:cxn modelId="{B38396C4-0105-4C00-A3FD-D626639D817B}" type="presOf" srcId="{A378C1B6-4C3D-45B0-A74A-AA9AAFBA921D}" destId="{62AF9954-8D2E-43F8-8C8F-1E22516A1735}" srcOrd="0" destOrd="1" presId="urn:microsoft.com/office/officeart/2018/5/layout/CenteredIconLabelDescriptionList"/>
    <dgm:cxn modelId="{37F5D9DE-436D-4E47-9A7B-B889EB909227}" srcId="{55F31D8C-D1BC-4945-816B-2FA70AF3F016}" destId="{7AD9DCC1-0093-459C-959C-FE9BFE63B2E0}" srcOrd="0" destOrd="0" parTransId="{29AC5A83-55EF-468E-9028-2EC70FC512AB}" sibTransId="{5BF31569-2B8D-4F34-B0E1-B9E3B9DD83CE}"/>
    <dgm:cxn modelId="{044344E7-A87F-460D-AE4E-9DF139411BF9}" type="presOf" srcId="{22904BC5-BE21-4805-82B3-0F9009FCFC21}" destId="{6961EB70-9F99-4472-A05C-AAD051EDED01}" srcOrd="0" destOrd="1" presId="urn:microsoft.com/office/officeart/2018/5/layout/CenteredIconLabelDescriptionList"/>
    <dgm:cxn modelId="{4CBFD9F9-F20C-4C2F-9D0E-1E68F1B75099}" srcId="{55F31D8C-D1BC-4945-816B-2FA70AF3F016}" destId="{22904BC5-BE21-4805-82B3-0F9009FCFC21}" srcOrd="1" destOrd="0" parTransId="{D67DC984-2059-4099-9F81-EFD9B598E1FB}" sibTransId="{9A18A37A-E9E6-4D85-807F-18685F0714BC}"/>
    <dgm:cxn modelId="{7DFA04EE-A93B-45FB-9AD1-C4A838D94C79}" type="presParOf" srcId="{1BA61194-1A65-47E5-9083-0F678EF72D01}" destId="{A5677909-CE19-4879-AE75-A5D3913521E3}" srcOrd="0" destOrd="0" presId="urn:microsoft.com/office/officeart/2018/5/layout/CenteredIconLabelDescriptionList"/>
    <dgm:cxn modelId="{9649FA0E-AB70-4372-9C02-21F70EC70267}" type="presParOf" srcId="{A5677909-CE19-4879-AE75-A5D3913521E3}" destId="{D30F4C7D-B0AD-43EB-BB46-3E92E7BE97DC}" srcOrd="0" destOrd="0" presId="urn:microsoft.com/office/officeart/2018/5/layout/CenteredIconLabelDescriptionList"/>
    <dgm:cxn modelId="{D3403F67-8917-40E9-B8FB-D1D467927FAC}" type="presParOf" srcId="{A5677909-CE19-4879-AE75-A5D3913521E3}" destId="{326AA21A-0B61-4C87-9242-6E2F697C4863}" srcOrd="1" destOrd="0" presId="urn:microsoft.com/office/officeart/2018/5/layout/CenteredIconLabelDescriptionList"/>
    <dgm:cxn modelId="{B368D152-E393-407F-9B5E-5BB5BDEB6AD1}" type="presParOf" srcId="{A5677909-CE19-4879-AE75-A5D3913521E3}" destId="{49DD8519-5670-4591-9EB3-07C9204FA964}" srcOrd="2" destOrd="0" presId="urn:microsoft.com/office/officeart/2018/5/layout/CenteredIconLabelDescriptionList"/>
    <dgm:cxn modelId="{4C0E0B9E-CC00-4165-AB3C-CF7E96D97DC1}" type="presParOf" srcId="{A5677909-CE19-4879-AE75-A5D3913521E3}" destId="{9DC07DBC-7E49-4B83-95C9-85C539260489}" srcOrd="3" destOrd="0" presId="urn:microsoft.com/office/officeart/2018/5/layout/CenteredIconLabelDescriptionList"/>
    <dgm:cxn modelId="{6D7BE015-33AF-41D3-A3B1-840FC6F76C05}" type="presParOf" srcId="{A5677909-CE19-4879-AE75-A5D3913521E3}" destId="{6961EB70-9F99-4472-A05C-AAD051EDED01}" srcOrd="4" destOrd="0" presId="urn:microsoft.com/office/officeart/2018/5/layout/CenteredIconLabelDescriptionList"/>
    <dgm:cxn modelId="{7F816DE4-DB3D-4459-A1FB-53844149FC25}" type="presParOf" srcId="{1BA61194-1A65-47E5-9083-0F678EF72D01}" destId="{C4A20B15-4C8D-49C6-880D-8BBB9376F5D4}" srcOrd="1" destOrd="0" presId="urn:microsoft.com/office/officeart/2018/5/layout/CenteredIconLabelDescriptionList"/>
    <dgm:cxn modelId="{87C9C281-188B-4AFF-82E6-DE1054967DB4}" type="presParOf" srcId="{1BA61194-1A65-47E5-9083-0F678EF72D01}" destId="{14B5DE4B-3C0A-4B56-9253-5DE35BD8657C}" srcOrd="2" destOrd="0" presId="urn:microsoft.com/office/officeart/2018/5/layout/CenteredIconLabelDescriptionList"/>
    <dgm:cxn modelId="{D1DE016F-6B8D-46EC-92DF-223A49A01676}" type="presParOf" srcId="{14B5DE4B-3C0A-4B56-9253-5DE35BD8657C}" destId="{3C0C3B54-0C6A-44F7-8672-C39FD3FC5F1B}" srcOrd="0" destOrd="0" presId="urn:microsoft.com/office/officeart/2018/5/layout/CenteredIconLabelDescriptionList"/>
    <dgm:cxn modelId="{BBDE62D1-17AE-4451-89E2-0F04E55D1F93}" type="presParOf" srcId="{14B5DE4B-3C0A-4B56-9253-5DE35BD8657C}" destId="{98553BE2-2FDB-4947-8A5E-5CB0ED603211}" srcOrd="1" destOrd="0" presId="urn:microsoft.com/office/officeart/2018/5/layout/CenteredIconLabelDescriptionList"/>
    <dgm:cxn modelId="{CF417B0B-5948-42D3-826A-4E7BB3995B1A}" type="presParOf" srcId="{14B5DE4B-3C0A-4B56-9253-5DE35BD8657C}" destId="{82A6DA78-ED68-48DB-B275-E21C38A49C2E}" srcOrd="2" destOrd="0" presId="urn:microsoft.com/office/officeart/2018/5/layout/CenteredIconLabelDescriptionList"/>
    <dgm:cxn modelId="{29AD786C-541A-4525-A2E5-D2860CBCC374}" type="presParOf" srcId="{14B5DE4B-3C0A-4B56-9253-5DE35BD8657C}" destId="{210EEEEB-2486-4AA6-A228-33A4A464DE0E}" srcOrd="3" destOrd="0" presId="urn:microsoft.com/office/officeart/2018/5/layout/CenteredIconLabelDescriptionList"/>
    <dgm:cxn modelId="{3B926877-242B-45CE-B606-6B3173F798D4}" type="presParOf" srcId="{14B5DE4B-3C0A-4B56-9253-5DE35BD8657C}" destId="{62AF9954-8D2E-43F8-8C8F-1E22516A1735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586466B-6598-4878-90A3-E95E3CA14A5A}">
      <dsp:nvSpPr>
        <dsp:cNvPr id="0" name=""/>
        <dsp:cNvSpPr/>
      </dsp:nvSpPr>
      <dsp:spPr>
        <a:xfrm>
          <a:off x="1333" y="110983"/>
          <a:ext cx="4682211" cy="2973204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38366B5-25E4-4AEB-8C46-AB42BA97EED3}">
      <dsp:nvSpPr>
        <dsp:cNvPr id="0" name=""/>
        <dsp:cNvSpPr/>
      </dsp:nvSpPr>
      <dsp:spPr>
        <a:xfrm>
          <a:off x="521579" y="605216"/>
          <a:ext cx="4682211" cy="2973204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Yes, I feel that I met my promises this past week. There is nothing outstanding where I am holding my group back from making progress.</a:t>
          </a:r>
        </a:p>
      </dsp:txBody>
      <dsp:txXfrm>
        <a:off x="608661" y="692298"/>
        <a:ext cx="4508047" cy="2799040"/>
      </dsp:txXfrm>
    </dsp:sp>
    <dsp:sp modelId="{469E38B1-A5CF-4409-99DE-F9A76EBA53D3}">
      <dsp:nvSpPr>
        <dsp:cNvPr id="0" name=""/>
        <dsp:cNvSpPr/>
      </dsp:nvSpPr>
      <dsp:spPr>
        <a:xfrm>
          <a:off x="5724037" y="110983"/>
          <a:ext cx="4682211" cy="2973204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A33496D-CAC1-4D2F-97F7-492A3F6E5F3F}">
      <dsp:nvSpPr>
        <dsp:cNvPr id="0" name=""/>
        <dsp:cNvSpPr/>
      </dsp:nvSpPr>
      <dsp:spPr>
        <a:xfrm>
          <a:off x="6244283" y="605216"/>
          <a:ext cx="4682211" cy="2973204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/>
            <a:t>I have attended every class so far. I lead the team in technical solution brainstorming.</a:t>
          </a:r>
        </a:p>
      </dsp:txBody>
      <dsp:txXfrm>
        <a:off x="6331365" y="692298"/>
        <a:ext cx="4508047" cy="279904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30F4C7D-B0AD-43EB-BB46-3E92E7BE97DC}">
      <dsp:nvSpPr>
        <dsp:cNvPr id="0" name=""/>
        <dsp:cNvSpPr/>
      </dsp:nvSpPr>
      <dsp:spPr>
        <a:xfrm>
          <a:off x="2169914" y="217707"/>
          <a:ext cx="1512000" cy="1512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9DD8519-5670-4591-9EB3-07C9204FA964}">
      <dsp:nvSpPr>
        <dsp:cNvPr id="0" name=""/>
        <dsp:cNvSpPr/>
      </dsp:nvSpPr>
      <dsp:spPr>
        <a:xfrm>
          <a:off x="765914" y="1869628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600" kern="1200"/>
            <a:t>Continue To:</a:t>
          </a:r>
        </a:p>
      </dsp:txBody>
      <dsp:txXfrm>
        <a:off x="765914" y="1869628"/>
        <a:ext cx="4320000" cy="648000"/>
      </dsp:txXfrm>
    </dsp:sp>
    <dsp:sp modelId="{6961EB70-9F99-4472-A05C-AAD051EDED01}">
      <dsp:nvSpPr>
        <dsp:cNvPr id="0" name=""/>
        <dsp:cNvSpPr/>
      </dsp:nvSpPr>
      <dsp:spPr>
        <a:xfrm>
          <a:off x="765914" y="2582708"/>
          <a:ext cx="4320000" cy="8889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Continue to Brainstorm Sensors, Power Systems, &amp; Data Acquisition Strategies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Communicate with Team Members</a:t>
          </a:r>
        </a:p>
      </dsp:txBody>
      <dsp:txXfrm>
        <a:off x="765914" y="2582708"/>
        <a:ext cx="4320000" cy="888988"/>
      </dsp:txXfrm>
    </dsp:sp>
    <dsp:sp modelId="{3C0C3B54-0C6A-44F7-8672-C39FD3FC5F1B}">
      <dsp:nvSpPr>
        <dsp:cNvPr id="0" name=""/>
        <dsp:cNvSpPr/>
      </dsp:nvSpPr>
      <dsp:spPr>
        <a:xfrm>
          <a:off x="7245914" y="217707"/>
          <a:ext cx="1512000" cy="1512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2A6DA78-ED68-48DB-B275-E21C38A49C2E}">
      <dsp:nvSpPr>
        <dsp:cNvPr id="0" name=""/>
        <dsp:cNvSpPr/>
      </dsp:nvSpPr>
      <dsp:spPr>
        <a:xfrm>
          <a:off x="5841914" y="1869628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600" kern="1200" dirty="0"/>
            <a:t>By EOW:</a:t>
          </a:r>
        </a:p>
      </dsp:txBody>
      <dsp:txXfrm>
        <a:off x="5841914" y="1869628"/>
        <a:ext cx="4320000" cy="648000"/>
      </dsp:txXfrm>
    </dsp:sp>
    <dsp:sp modelId="{62AF9954-8D2E-43F8-8C8F-1E22516A1735}">
      <dsp:nvSpPr>
        <dsp:cNvPr id="0" name=""/>
        <dsp:cNvSpPr/>
      </dsp:nvSpPr>
      <dsp:spPr>
        <a:xfrm>
          <a:off x="5841914" y="2582708"/>
          <a:ext cx="4320000" cy="8889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Work on Gate Report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Continue To Research / Become Expert On Trailer Couplers &amp; Kingpins</a:t>
          </a:r>
          <a:endParaRPr lang="en-US" sz="1700" kern="1200" dirty="0"/>
        </a:p>
      </dsp:txBody>
      <dsp:txXfrm>
        <a:off x="5841914" y="2582708"/>
        <a:ext cx="4320000" cy="88898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D40A1B-4D70-AA4A-4B24-E9BB695B51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8704C0C-3955-EBA6-880A-28C82B08F1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F5AA65-BAD6-8C14-0E05-271210A6A5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95FF2-3039-4EDA-A46C-839541DE91EE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CADE06-D2A6-8C73-92BF-6F7BE2ABE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3FD412-3C16-1DDA-BE30-0FCC7F0200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A06B5-3938-49E9-A508-9F9A83D918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91439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8995CC-B8D0-185C-B83A-85D7851B5C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E0023D-7FB7-0B0E-D35A-A29F5246B4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07B439-24C5-A3DA-7F99-9D4856FEC3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95FF2-3039-4EDA-A46C-839541DE91EE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8DB03C-AF5A-E34A-9FAC-8C0F41174B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C053C5-BB28-881C-EE94-85F4CC715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A06B5-3938-49E9-A508-9F9A83D918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96144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80A13E-2DC7-AEC7-A241-C04DFB4091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6C24C4-265E-DB3C-CCB2-EFFAF3525C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916862-E4C0-EC5A-D0D3-7C6FE582B5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95FF2-3039-4EDA-A46C-839541DE91EE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F3BC7B-0790-06DF-F7FD-CD45414C9A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F64DBF-78A8-68C1-945B-9D9FD0E3EC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A06B5-3938-49E9-A508-9F9A83D918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85743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053E48-C523-FD0A-3750-6E10845629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7C989E-3B6A-BFBB-919D-F592E13A356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EE9A56-F4EA-BE6D-0BE4-9543D85F1C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FAFD4C-633D-FE63-EB1B-C6E2AF5214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95FF2-3039-4EDA-A46C-839541DE91EE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75803E-465A-9114-9A2F-D6DF7F0034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E7B8FF-F1B3-C547-2091-9D8FC4F3CE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A06B5-3938-49E9-A508-9F9A83D918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73138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CD02CE-0387-94CA-B91E-00C2D54576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E04668-5E64-D9DF-55E5-CF9353F746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308D87-1F5A-EDB0-B0F4-649D9CD22E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5C8C1FC-DF73-6CDE-12E7-7D80990E4DA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45BD1FA-F2CA-1ADF-7D4E-B27228365BC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9763832-2106-C50C-06DC-ECB197C0D6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95FF2-3039-4EDA-A46C-839541DE91EE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9A7CA24-1744-EECB-7250-01FB741F69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AEE4AEE-822E-1B31-BD8E-AA6643C8C9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A06B5-3938-49E9-A508-9F9A83D918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70080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B7E416-2B97-B8B0-C931-4D32A68717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FD8D91-B1BA-E134-F9D5-1A2C25E5D5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95FF2-3039-4EDA-A46C-839541DE91EE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07F17FC-5520-6EFA-1857-15372AE39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7F1E92-7C4E-F3AD-DF23-985A464D53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A06B5-3938-49E9-A508-9F9A83D918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18630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613911A-128E-FF59-6FE0-C55E4DE556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95FF2-3039-4EDA-A46C-839541DE91EE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D69482E-5155-C807-10FE-8D0B0442F6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9FD6A3-92E3-A798-9D5D-363DEF1AA2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A06B5-3938-49E9-A508-9F9A83D918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22310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EAF3CB-A751-53D6-9EEC-8AA9A3B8E6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73FA2D-F6D4-274C-02F2-BF7FD18852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05076F-0088-4D56-C522-9C51448B9F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3E3CD0-1A1F-34CD-5717-85C9D61335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95FF2-3039-4EDA-A46C-839541DE91EE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EAD1BC-17A9-E29C-23A6-04287F994B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A88C53-8FC1-4C1C-6B56-CEEFC92A95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A06B5-3938-49E9-A508-9F9A83D918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54634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37820F-FA57-2050-27DD-F47145E900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C8528EC-EBDD-C5C8-51DE-730AD10FFCE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B614EE-249D-A242-E3B0-3D8DFFB424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DBCFBC-5A1E-90F8-F667-D03B0BD809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95FF2-3039-4EDA-A46C-839541DE91EE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2FD005-24A6-6269-4D27-5D19653B93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D9450D-9447-95F1-331D-6505B3CFE5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A06B5-3938-49E9-A508-9F9A83D918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49798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EAE8E5-349C-5F4D-19DC-BB4742055D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A112556-0883-F1D7-3376-C66C122EB8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489063-AD98-CE17-AE0F-0AB919114C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95FF2-3039-4EDA-A46C-839541DE91EE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FEFFDC-5633-8DC8-7C34-FCAD274E30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F9F71C-10EE-4E46-94DD-A948C0B239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A06B5-3938-49E9-A508-9F9A83D918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84610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4B28F62-BA96-9FF2-748D-6BBC7394A7C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1B2757F-E438-B15B-C89D-60AE310E35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5E0D2E-AB2D-27DD-743D-388320BB48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95FF2-3039-4EDA-A46C-839541DE91EE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E966C1-2414-CD64-DA86-AEDD71CB00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6E32FD-C06B-CD70-A31E-D788D7B084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A06B5-3938-49E9-A508-9F9A83D918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15119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3BF1AE7-2DD8-DB1F-450A-6C0DADB1AA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6D2D04-6150-7408-E12D-2EC0D3F297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F22577-9F9C-D26B-1479-412BAF742D8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5495FF2-3039-4EDA-A46C-839541DE91EE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5B5097-E49E-F423-853D-4EE30C1068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C54A06-B5DC-00E2-7C21-A52CEFFBCF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0A06B5-3938-49E9-A508-9F9A83D918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07806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hyperlink" Target="https://52pi.com/products/nrf52840-micro-dev-kit-usb-dongle" TargetMode="External"/><Relationship Id="rId3" Type="http://schemas.microsoft.com/office/2007/relationships/hdphoto" Target="../media/hdphoto1.wdp"/><Relationship Id="rId7" Type="http://schemas.openxmlformats.org/officeDocument/2006/relationships/image" Target="../media/image3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espressif.com/sites/default/files/documentation/esp32-c3_datasheet_en.pdf" TargetMode="External"/><Relationship Id="rId5" Type="http://schemas.openxmlformats.org/officeDocument/2006/relationships/image" Target="../media/image2.png"/><Relationship Id="rId4" Type="http://schemas.openxmlformats.org/officeDocument/2006/relationships/hyperlink" Target="https://heltec.org/project/wifi-lora-32-v3/" TargetMode="External"/><Relationship Id="rId9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152958D-0C40-204B-9ED1-4BD0FB5360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14824" y="735106"/>
            <a:ext cx="10053763" cy="2928470"/>
          </a:xfrm>
        </p:spPr>
        <p:txBody>
          <a:bodyPr anchor="b">
            <a:normAutofit/>
          </a:bodyPr>
          <a:lstStyle/>
          <a:p>
            <a:pPr algn="l"/>
            <a:r>
              <a:rPr lang="en-US" sz="4800" dirty="0">
                <a:solidFill>
                  <a:srgbClr val="FFFFFF"/>
                </a:solidFill>
              </a:rPr>
              <a:t>Wabash Capstone</a:t>
            </a:r>
            <a:br>
              <a:rPr lang="en-US" sz="4800" dirty="0">
                <a:solidFill>
                  <a:srgbClr val="FFFFFF"/>
                </a:solidFill>
              </a:rPr>
            </a:br>
            <a:r>
              <a:rPr lang="en-US" sz="4800" dirty="0">
                <a:solidFill>
                  <a:srgbClr val="FFFFFF"/>
                </a:solidFill>
              </a:rPr>
              <a:t>Project Notes 02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85D7C2-8067-C721-3AB4-A501BB9201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50682" y="4870824"/>
            <a:ext cx="10005951" cy="1458258"/>
          </a:xfrm>
        </p:spPr>
        <p:txBody>
          <a:bodyPr anchor="ctr">
            <a:normAutofit/>
          </a:bodyPr>
          <a:lstStyle/>
          <a:p>
            <a:pPr algn="l"/>
            <a:r>
              <a:rPr lang="en-US" dirty="0"/>
              <a:t>By: John Danison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4154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6E843B0-C757-4FC3-AADF-13EB408D3A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005347-4F5A-7533-4C7B-DA3F52D36C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en-US" sz="4000" dirty="0">
                <a:solidFill>
                  <a:schemeClr val="bg1"/>
                </a:solidFill>
              </a:rPr>
              <a:t>What Have I Done This Week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A576ACF2-79E8-003A-8D5E-68FBFACD2C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73574"/>
            <a:ext cx="10515600" cy="3539238"/>
          </a:xfrm>
        </p:spPr>
        <p:txBody>
          <a:bodyPr/>
          <a:lstStyle/>
          <a:p>
            <a:r>
              <a:rPr lang="en-US" dirty="0"/>
              <a:t>Met Online With Client</a:t>
            </a:r>
          </a:p>
          <a:p>
            <a:pPr lvl="1"/>
            <a:r>
              <a:rPr lang="en-US" dirty="0"/>
              <a:t>Gave updates into current SOTA</a:t>
            </a:r>
          </a:p>
          <a:p>
            <a:pPr lvl="1"/>
            <a:r>
              <a:rPr lang="en-US" dirty="0"/>
              <a:t>Summarized research conducted</a:t>
            </a:r>
          </a:p>
          <a:p>
            <a:r>
              <a:rPr lang="en-US" dirty="0"/>
              <a:t>Brainstormed &amp; Researched Microcontrollers</a:t>
            </a:r>
          </a:p>
          <a:p>
            <a:pPr lvl="1"/>
            <a:r>
              <a:rPr lang="en-US" dirty="0" err="1"/>
              <a:t>Opt</a:t>
            </a:r>
            <a:r>
              <a:rPr lang="en-US" dirty="0"/>
              <a:t> 1 - </a:t>
            </a:r>
            <a:r>
              <a:rPr lang="en-US" dirty="0" err="1"/>
              <a:t>Heltec</a:t>
            </a:r>
            <a:r>
              <a:rPr lang="en-US" dirty="0"/>
              <a:t> </a:t>
            </a:r>
            <a:r>
              <a:rPr lang="en-US" dirty="0" err="1"/>
              <a:t>WiFi</a:t>
            </a:r>
            <a:r>
              <a:rPr lang="en-US" dirty="0"/>
              <a:t> LoRa v3</a:t>
            </a:r>
          </a:p>
          <a:p>
            <a:pPr lvl="1"/>
            <a:r>
              <a:rPr lang="en-US" dirty="0" err="1"/>
              <a:t>Opt</a:t>
            </a:r>
            <a:r>
              <a:rPr lang="en-US" dirty="0"/>
              <a:t> 2 - ESP32-C3 </a:t>
            </a:r>
          </a:p>
          <a:p>
            <a:pPr lvl="1"/>
            <a:r>
              <a:rPr lang="en-US" dirty="0" err="1"/>
              <a:t>Opt</a:t>
            </a:r>
            <a:r>
              <a:rPr lang="en-US" dirty="0"/>
              <a:t> 3 - nRF52840</a:t>
            </a:r>
          </a:p>
          <a:p>
            <a:r>
              <a:rPr lang="en-US" dirty="0"/>
              <a:t>Wrote Technical Report in CW 18</a:t>
            </a:r>
          </a:p>
        </p:txBody>
      </p:sp>
      <p:pic>
        <p:nvPicPr>
          <p:cNvPr id="7" name="Picture 2" descr="Technical Team Icon - Technical Team Icon - Free Transparent PNG Clipart Images Download">
            <a:extLst>
              <a:ext uri="{FF2B5EF4-FFF2-40B4-BE49-F238E27FC236}">
                <a16:creationId xmlns:a16="http://schemas.microsoft.com/office/drawing/2014/main" id="{282AE2B6-6494-B668-38E1-DF1634D24C9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642" b="87669" l="21786" r="76905">
                        <a14:foregroundMark x1="33929" y1="46115" x2="29048" y2="60642"/>
                        <a14:foregroundMark x1="29048" y1="60642" x2="36786" y2="51014"/>
                        <a14:foregroundMark x1="36786" y1="51014" x2="32024" y2="63514"/>
                        <a14:foregroundMark x1="32024" y1="63514" x2="38452" y2="51689"/>
                        <a14:foregroundMark x1="38452" y1="51689" x2="34048" y2="45946"/>
                        <a14:foregroundMark x1="29405" y1="59966" x2="30595" y2="62331"/>
                        <a14:foregroundMark x1="29524" y1="59628" x2="31190" y2="62331"/>
                        <a14:foregroundMark x1="29286" y1="60304" x2="31667" y2="60811"/>
                        <a14:foregroundMark x1="29881" y1="69426" x2="21786" y2="78378"/>
                        <a14:foregroundMark x1="21786" y1="78378" x2="33095" y2="81926"/>
                        <a14:foregroundMark x1="33095" y1="81926" x2="35887" y2="79195"/>
                        <a14:foregroundMark x1="31782" y1="73311" x2="29286" y2="73311"/>
                        <a14:foregroundMark x1="41905" y1="73311" x2="36793" y2="73311"/>
                        <a14:foregroundMark x1="29286" y1="73311" x2="29832" y2="73601"/>
                        <a14:foregroundMark x1="39524" y1="83277" x2="54881" y2="87669"/>
                        <a14:foregroundMark x1="54881" y1="87669" x2="62024" y2="85980"/>
                        <a14:foregroundMark x1="52262" y1="69426" x2="48690" y2="61486"/>
                        <a14:foregroundMark x1="58341" y1="31826" x2="59524" y2="33446"/>
                        <a14:foregroundMark x1="59524" y1="33446" x2="58923" y2="31889"/>
                        <a14:foregroundMark x1="49405" y1="15541" x2="49196" y2="17205"/>
                        <a14:foregroundMark x1="50106" y1="37911" x2="51786" y2="41047"/>
                        <a14:foregroundMark x1="47385" y1="32830" x2="48077" y2="34121"/>
                        <a14:foregroundMark x1="52381" y1="13345" x2="53622" y2="13384"/>
                        <a14:foregroundMark x1="57521" y1="10901" x2="54881" y2="10642"/>
                        <a14:foregroundMark x1="67143" y1="54730" x2="65357" y2="59628"/>
                        <a14:foregroundMark x1="60119" y1="72128" x2="68571" y2="80743"/>
                        <a14:foregroundMark x1="68571" y1="80743" x2="72976" y2="76858"/>
                        <a14:foregroundMark x1="42143" y1="76689" x2="37381" y2="78209"/>
                        <a14:foregroundMark x1="43214" y1="76351" x2="41071" y2="76858"/>
                        <a14:foregroundMark x1="37738" y1="79054" x2="39048" y2="82095"/>
                        <a14:backgroundMark x1="31786" y1="73311" x2="32024" y2="76520"/>
                        <a14:backgroundMark x1="35480" y1="74777" x2="35357" y2="76520"/>
                        <a14:backgroundMark x1="35595" y1="73142" x2="35493" y2="74593"/>
                        <a14:backgroundMark x1="36786" y1="79561" x2="37751" y2="78918"/>
                        <a14:backgroundMark x1="37173" y1="77811" x2="36310" y2="79561"/>
                        <a14:backgroundMark x1="42302" y1="74531" x2="43095" y2="74155"/>
                        <a14:backgroundMark x1="58452" y1="27027" x2="56667" y2="29392"/>
                        <a14:backgroundMark x1="56548" y1="25338" x2="57143" y2="28716"/>
                        <a14:backgroundMark x1="56905" y1="26689" x2="57857" y2="26858"/>
                        <a14:backgroundMark x1="58929" y1="28378" x2="55833" y2="28041"/>
                        <a14:backgroundMark x1="57262" y1="23818" x2="54405" y2="27196"/>
                        <a14:backgroundMark x1="59881" y1="14865" x2="54286" y2="14865"/>
                        <a14:backgroundMark x1="55833" y1="14020" x2="61905" y2="16385"/>
                        <a14:backgroundMark x1="50357" y1="17399" x2="49048" y2="33108"/>
                        <a14:backgroundMark x1="49048" y1="33108" x2="51310" y2="3665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6625" t="8269" r="16367" b="6487"/>
          <a:stretch>
            <a:fillRect/>
          </a:stretch>
        </p:blipFill>
        <p:spPr bwMode="auto">
          <a:xfrm>
            <a:off x="7907735" y="2273574"/>
            <a:ext cx="3947611" cy="35392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hlinkClick r:id="rId4"/>
            <a:extLst>
              <a:ext uri="{FF2B5EF4-FFF2-40B4-BE49-F238E27FC236}">
                <a16:creationId xmlns:a16="http://schemas.microsoft.com/office/drawing/2014/main" id="{A2AB91FD-A5A2-ED32-F401-23584E39AD7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5867" t="7850" r="8662" b="9598"/>
          <a:stretch>
            <a:fillRect/>
          </a:stretch>
        </p:blipFill>
        <p:spPr>
          <a:xfrm>
            <a:off x="1383564" y="5905148"/>
            <a:ext cx="1729903" cy="860516"/>
          </a:xfrm>
          <a:prstGeom prst="rect">
            <a:avLst/>
          </a:prstGeom>
        </p:spPr>
      </p:pic>
      <p:pic>
        <p:nvPicPr>
          <p:cNvPr id="1026" name="Picture 2" descr="Amazon.com: ESP32-C3-DevKitM-1 ESP32 C3 Development Board ESP32-C3-MINI-1  WiFi+BT BLE Module ESP32-C3FN4 Core 4MB Flash for Arduino : Electronics">
            <a:hlinkClick r:id="rId6"/>
            <a:extLst>
              <a:ext uri="{FF2B5EF4-FFF2-40B4-BE49-F238E27FC236}">
                <a16:creationId xmlns:a16="http://schemas.microsoft.com/office/drawing/2014/main" id="{1AC65BD9-4BA0-5994-D544-7B0A53391E0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198" t="15240" r="10783" b="13894"/>
          <a:stretch>
            <a:fillRect/>
          </a:stretch>
        </p:blipFill>
        <p:spPr bwMode="auto">
          <a:xfrm>
            <a:off x="3475011" y="5952412"/>
            <a:ext cx="953311" cy="8113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hlinkClick r:id="rId8"/>
            <a:extLst>
              <a:ext uri="{FF2B5EF4-FFF2-40B4-BE49-F238E27FC236}">
                <a16:creationId xmlns:a16="http://schemas.microsoft.com/office/drawing/2014/main" id="{21E92AA2-21BE-3E34-2254-D60749D3E81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83" t="16454" r="7399" b="23688"/>
          <a:stretch>
            <a:fillRect/>
          </a:stretch>
        </p:blipFill>
        <p:spPr bwMode="auto">
          <a:xfrm>
            <a:off x="4789866" y="5905148"/>
            <a:ext cx="1255401" cy="8586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888065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D865195-0B3C-3ECE-1C66-44C9212608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Did I Do What I Say I Would Do?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8903097-7913-B7AF-C378-E5DC770B155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88611806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365402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7C221FF-91B1-6851-C9A6-E58A496E09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Plans For Upcoming Week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0F22C15-454B-0516-E3AF-1C8DD9EAE73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9273730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752073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54</TotalTime>
  <Words>149</Words>
  <Application>Microsoft Office PowerPoint</Application>
  <PresentationFormat>Widescreen</PresentationFormat>
  <Paragraphs>21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Wabash Capstone Project Notes 02</vt:lpstr>
      <vt:lpstr>What Have I Done This Week</vt:lpstr>
      <vt:lpstr>Did I Do What I Say I Would Do?</vt:lpstr>
      <vt:lpstr>Plans For Upcoming Week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John Thomas Danison</dc:creator>
  <cp:lastModifiedBy>John Thomas Danison</cp:lastModifiedBy>
  <cp:revision>6</cp:revision>
  <dcterms:created xsi:type="dcterms:W3CDTF">2025-09-22T13:39:50Z</dcterms:created>
  <dcterms:modified xsi:type="dcterms:W3CDTF">2025-09-30T02:16:48Z</dcterms:modified>
</cp:coreProperties>
</file>
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As usual, I feel that I met my promises this past week. </a:t>
          </a:r>
        </a:p>
        <a:p>
          <a:r>
            <a:rPr lang="en-US" dirty="0"/>
            <a:t>There is nothing outstanding where I am holding my group back from making progress.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have attended every class so far. I continue to lead the EE &amp; DAQ of this project.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Continue To: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7AD9DCC1-0093-459C-959C-FE9BFE63B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Refine Data Acquisition Strategy | Specifically How Data Will Be Formatted</a:t>
          </a:r>
        </a:p>
        <a:p>
          <a:pPr>
            <a:lnSpc>
              <a:spcPct val="100000"/>
            </a:lnSpc>
          </a:pPr>
          <a:r>
            <a:rPr lang="en-US" dirty="0"/>
            <a:t>Communicate with Team Members</a:t>
          </a:r>
        </a:p>
      </dgm:t>
    </dgm:pt>
    <dgm:pt modelId="{29AC5A83-55EF-468E-9028-2EC70FC512AB}" type="parTrans" cxnId="{37F5D9DE-436D-4E47-9A7B-B889EB909227}">
      <dgm:prSet/>
      <dgm:spPr/>
      <dgm:t>
        <a:bodyPr/>
        <a:lstStyle/>
        <a:p>
          <a:endParaRPr lang="en-US"/>
        </a:p>
      </dgm:t>
    </dgm:pt>
    <dgm:pt modelId="{5BF31569-2B8D-4F34-B0E1-B9E3B9DD83CE}" type="sibTrans" cxnId="{37F5D9DE-436D-4E47-9A7B-B889EB909227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D6B44CB5-0F5B-4F35-B786-6B97F7552310}">
      <dgm:prSet/>
      <dgm:spPr/>
      <dgm:t>
        <a:bodyPr/>
        <a:lstStyle/>
        <a:p>
          <a:endParaRPr lang="en-US"/>
        </a:p>
      </dgm:t>
    </dgm:pt>
    <dgm:pt modelId="{58956129-593C-4536-8F2F-D6F898EC3720}" type="sibTrans" cxnId="{D6B44CB5-0F5B-4F35-B786-6B97F7552310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Have Sensors Picked &amp; Documentation For Reasons Complete</a:t>
          </a:r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7ED91A06-F579-4689-AFBE-93A419560CC7}" type="presOf" srcId="{97E32105-08D7-4139-9F4B-3AA86443B2F6}" destId="{82A6DA78-ED68-48DB-B275-E21C38A49C2E}" srcOrd="0" destOrd="0" presId="urn:microsoft.com/office/officeart/2018/5/layout/CenteredIconLabelDescriptionList"/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8139B516-3F87-4548-8D00-A82966D875D5}" type="presOf" srcId="{7AD9DCC1-0093-459C-959C-FE9BFE63B2E0}" destId="{6961EB70-9F99-4472-A05C-AAD051EDE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BCD45D57-3623-4F73-8308-C95ED8759FB6}" type="presOf" srcId="{55F31D8C-D1BC-4945-816B-2FA70AF3F016}" destId="{49DD8519-5670-4591-9EB3-07C9204FA964}" srcOrd="0" destOrd="0" presId="urn:microsoft.com/office/officeart/2018/5/layout/CenteredIconLabelDescriptionList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D87749A2-6A92-4B64-B419-FF491F321018}" type="presOf" srcId="{64C940D0-7C24-4764-8258-BC5A4C92CA47}" destId="{62AF9954-8D2E-43F8-8C8F-1E22516A1735}" srcOrd="0" destOrd="0" presId="urn:microsoft.com/office/officeart/2018/5/layout/CenteredIconLabelDescriptionList"/>
    <dgm:cxn modelId="{D6B44CB5-0F5B-4F35-B786-6B97F7552310}" srcId="{16E70653-6C3E-4194-8BE6-BFFB82B8AE46}" destId="{97E32105-08D7-4139-9F4B-3AA86443B2F6}" srcOrd="1" destOrd="0" parTransId="{2B229D14-6EA2-49BB-831B-8886C2038AB3}" sibTransId="{58956129-593C-4536-8F2F-D6F898EC3720}"/>
    <dgm:cxn modelId="{37F5D9DE-436D-4E47-9A7B-B889EB909227}" srcId="{55F31D8C-D1BC-4945-816B-2FA70AF3F016}" destId="{7AD9DCC1-0093-459C-959C-FE9BFE63B2E0}" srcOrd="0" destOrd="0" parTransId="{29AC5A83-55EF-468E-9028-2EC70FC512AB}" sibTransId="{5BF31569-2B8D-4F34-B0E1-B9E3B9DD83CE}"/>
    <dgm:cxn modelId="{7DFA04EE-A93B-45FB-9AD1-C4A838D94C79}" type="presParOf" srcId="{1BA61194-1A65-47E5-9083-0F678EF72D01}" destId="{A5677909-CE19-4879-AE75-A5D3913521E3}" srcOrd="0" destOrd="0" presId="urn:microsoft.com/office/officeart/2018/5/layout/CenteredIconLabelDescriptionList"/>
    <dgm:cxn modelId="{9649FA0E-AB70-4372-9C02-21F70EC70267}" type="presParOf" srcId="{A5677909-CE19-4879-AE75-A5D3913521E3}" destId="{D30F4C7D-B0AD-43EB-BB46-3E92E7BE97DC}" srcOrd="0" destOrd="0" presId="urn:microsoft.com/office/officeart/2018/5/layout/CenteredIconLabelDescriptionList"/>
    <dgm:cxn modelId="{D3403F67-8917-40E9-B8FB-D1D467927FAC}" type="presParOf" srcId="{A5677909-CE19-4879-AE75-A5D3913521E3}" destId="{326AA21A-0B61-4C87-9242-6E2F697C4863}" srcOrd="1" destOrd="0" presId="urn:microsoft.com/office/officeart/2018/5/layout/CenteredIconLabelDescriptionList"/>
    <dgm:cxn modelId="{B368D152-E393-407F-9B5E-5BB5BDEB6AD1}" type="presParOf" srcId="{A5677909-CE19-4879-AE75-A5D3913521E3}" destId="{49DD8519-5670-4591-9EB3-07C9204FA964}" srcOrd="2" destOrd="0" presId="urn:microsoft.com/office/officeart/2018/5/layout/CenteredIconLabelDescriptionList"/>
    <dgm:cxn modelId="{4C0E0B9E-CC00-4165-AB3C-CF7E96D97DC1}" type="presParOf" srcId="{A5677909-CE19-4879-AE75-A5D3913521E3}" destId="{9DC07DBC-7E49-4B83-95C9-85C539260489}" srcOrd="3" destOrd="0" presId="urn:microsoft.com/office/officeart/2018/5/layout/CenteredIconLabelDescriptionList"/>
    <dgm:cxn modelId="{6D7BE015-33AF-41D3-A3B1-840FC6F76C05}" type="presParOf" srcId="{A5677909-CE19-4879-AE75-A5D3913521E3}" destId="{6961EB70-9F99-4472-A05C-AAD051EDED01}" srcOrd="4" destOrd="0" presId="urn:microsoft.com/office/officeart/2018/5/layout/CenteredIconLabelDescriptionList"/>
    <dgm:cxn modelId="{7F816DE4-DB3D-4459-A1FB-53844149FC25}" type="presParOf" srcId="{1BA61194-1A65-47E5-9083-0F678EF72D01}" destId="{C4A20B15-4C8D-49C6-880D-8BBB9376F5D4}" srcOrd="1" destOrd="0" presId="urn:microsoft.com/office/officeart/2018/5/layout/CenteredIconLabelDescriptionList"/>
    <dgm:cxn modelId="{87C9C281-188B-4AFF-82E6-DE1054967DB4}" type="presParOf" srcId="{1BA61194-1A65-47E5-9083-0F678EF72D01}" destId="{14B5DE4B-3C0A-4B56-9253-5DE35BD8657C}" srcOrd="2" destOrd="0" presId="urn:microsoft.com/office/officeart/2018/5/layout/CenteredIconLabelDescriptionList"/>
    <dgm:cxn modelId="{D1DE016F-6B8D-46EC-92DF-223A49A01676}" type="presParOf" srcId="{14B5DE4B-3C0A-4B56-9253-5DE35BD8657C}" destId="{3C0C3B54-0C6A-44F7-8672-C39FD3FC5F1B}" srcOrd="0" destOrd="0" presId="urn:microsoft.com/office/officeart/2018/5/layout/CenteredIconLabelDescriptionList"/>
    <dgm:cxn modelId="{BBDE62D1-17AE-4451-89E2-0F04E55D1F93}" type="presParOf" srcId="{14B5DE4B-3C0A-4B56-9253-5DE35BD8657C}" destId="{98553BE2-2FDB-4947-8A5E-5CB0ED603211}" srcOrd="1" destOrd="0" presId="urn:microsoft.com/office/officeart/2018/5/layout/CenteredIconLabelDescriptionList"/>
    <dgm:cxn modelId="{CF417B0B-5948-42D3-826A-4E7BB3995B1A}" type="presParOf" srcId="{14B5DE4B-3C0A-4B56-9253-5DE35BD8657C}" destId="{82A6DA78-ED68-48DB-B275-E21C38A49C2E}" srcOrd="2" destOrd="0" presId="urn:microsoft.com/office/officeart/2018/5/layout/CenteredIconLabelDescriptionList"/>
    <dgm:cxn modelId="{29AD786C-541A-4525-A2E5-D2860CBCC374}" type="presParOf" srcId="{14B5DE4B-3C0A-4B56-9253-5DE35BD8657C}" destId="{210EEEEB-2486-4AA6-A228-33A4A464DE0E}" srcOrd="3" destOrd="0" presId="urn:microsoft.com/office/officeart/2018/5/layout/CenteredIconLabelDescriptionList"/>
    <dgm:cxn modelId="{3B926877-242B-45CE-B606-6B3173F798D4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As usual, I feel that I met my promises this past week.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There is nothing outstanding where I am holding my group back from making progress.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have attended every class so far. I continue to lead the EE &amp; DAQ of this project.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61563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226759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Continue To:</a:t>
          </a:r>
        </a:p>
      </dsp:txBody>
      <dsp:txXfrm>
        <a:off x="765914" y="2267598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980695"/>
          <a:ext cx="4320000" cy="889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Refine Data Acquisition Strategy | Specifically How Data Will Be Formatted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Communicate with Team Members</a:t>
          </a:r>
        </a:p>
      </dsp:txBody>
      <dsp:txXfrm>
        <a:off x="765914" y="2980695"/>
        <a:ext cx="4320000" cy="889804"/>
      </dsp:txXfrm>
    </dsp:sp>
    <dsp:sp modelId="{3C0C3B54-0C6A-44F7-8672-C39FD3FC5F1B}">
      <dsp:nvSpPr>
        <dsp:cNvPr id="0" name=""/>
        <dsp:cNvSpPr/>
      </dsp:nvSpPr>
      <dsp:spPr>
        <a:xfrm>
          <a:off x="7245914" y="61563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226759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2267598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980695"/>
          <a:ext cx="4320000" cy="889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Have Sensors Picked &amp; Documentation For Reasons Complete</a:t>
          </a:r>
        </a:p>
      </dsp:txBody>
      <dsp:txXfrm>
        <a:off x="5841914" y="2980695"/>
        <a:ext cx="4320000" cy="889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Have I Done This Week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76ACF2-79E8-003A-8D5E-68FBFACD2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4"/>
            <a:ext cx="10515600" cy="3539238"/>
          </a:xfrm>
        </p:spPr>
        <p:txBody>
          <a:bodyPr/>
          <a:lstStyle/>
          <a:p>
            <a:r>
              <a:rPr lang="en-US" dirty="0"/>
              <a:t>Researched Potential Sensor Options</a:t>
            </a:r>
          </a:p>
          <a:p>
            <a:r>
              <a:rPr lang="en-US" dirty="0"/>
              <a:t>Selected Sensors, Microcontroller, &amp; Storage</a:t>
            </a:r>
          </a:p>
          <a:p>
            <a:r>
              <a:rPr lang="en-US" dirty="0"/>
              <a:t>Started Drafting Data Acquisition Solutions</a:t>
            </a:r>
          </a:p>
          <a:p>
            <a:pPr lvl="1"/>
            <a:r>
              <a:rPr lang="en-US" dirty="0"/>
              <a:t>Duration (Burst or Constant)</a:t>
            </a:r>
          </a:p>
          <a:p>
            <a:pPr lvl="1"/>
            <a:r>
              <a:rPr lang="en-US" dirty="0"/>
              <a:t>How Data Is Stored &amp; How Often</a:t>
            </a:r>
          </a:p>
        </p:txBody>
      </p:sp>
      <p:pic>
        <p:nvPicPr>
          <p:cNvPr id="7" name="Picture 2" descr="Technical Team Icon - Technical Team Icon - Free Transparent PNG Clipart Images Download">
            <a:extLst>
              <a:ext uri="{FF2B5EF4-FFF2-40B4-BE49-F238E27FC236}">
                <a16:creationId xmlns:a16="http://schemas.microsoft.com/office/drawing/2014/main" id="{282AE2B6-6494-B668-38E1-DF1634D24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642" b="87669" l="21786" r="76905">
                        <a14:foregroundMark x1="33929" y1="46115" x2="29048" y2="60642"/>
                        <a14:foregroundMark x1="29048" y1="60642" x2="36786" y2="51014"/>
                        <a14:foregroundMark x1="36786" y1="51014" x2="32024" y2="63514"/>
                        <a14:foregroundMark x1="32024" y1="63514" x2="38452" y2="51689"/>
                        <a14:foregroundMark x1="38452" y1="51689" x2="34048" y2="45946"/>
                        <a14:foregroundMark x1="29405" y1="59966" x2="30595" y2="62331"/>
                        <a14:foregroundMark x1="29524" y1="59628" x2="31190" y2="62331"/>
                        <a14:foregroundMark x1="29286" y1="60304" x2="31667" y2="60811"/>
                        <a14:foregroundMark x1="29881" y1="69426" x2="21786" y2="78378"/>
                        <a14:foregroundMark x1="21786" y1="78378" x2="33095" y2="81926"/>
                        <a14:foregroundMark x1="33095" y1="81926" x2="35887" y2="79195"/>
                        <a14:foregroundMark x1="31782" y1="73311" x2="29286" y2="73311"/>
                        <a14:foregroundMark x1="41905" y1="73311" x2="36793" y2="73311"/>
                        <a14:foregroundMark x1="29286" y1="73311" x2="29832" y2="73601"/>
                        <a14:foregroundMark x1="39524" y1="83277" x2="54881" y2="87669"/>
                        <a14:foregroundMark x1="54881" y1="87669" x2="62024" y2="85980"/>
                        <a14:foregroundMark x1="52262" y1="69426" x2="48690" y2="61486"/>
                        <a14:foregroundMark x1="58341" y1="31826" x2="59524" y2="33446"/>
                        <a14:foregroundMark x1="59524" y1="33446" x2="58923" y2="31889"/>
                        <a14:foregroundMark x1="49405" y1="15541" x2="49196" y2="17205"/>
                        <a14:foregroundMark x1="50106" y1="37911" x2="51786" y2="41047"/>
                        <a14:foregroundMark x1="47385" y1="32830" x2="48077" y2="34121"/>
                        <a14:foregroundMark x1="52381" y1="13345" x2="53622" y2="13384"/>
                        <a14:foregroundMark x1="57521" y1="10901" x2="54881" y2="10642"/>
                        <a14:foregroundMark x1="67143" y1="54730" x2="65357" y2="59628"/>
                        <a14:foregroundMark x1="60119" y1="72128" x2="68571" y2="80743"/>
                        <a14:foregroundMark x1="68571" y1="80743" x2="72976" y2="76858"/>
                        <a14:foregroundMark x1="42143" y1="76689" x2="37381" y2="78209"/>
                        <a14:foregroundMark x1="43214" y1="76351" x2="41071" y2="76858"/>
                        <a14:foregroundMark x1="37738" y1="79054" x2="39048" y2="82095"/>
                        <a14:backgroundMark x1="31786" y1="73311" x2="32024" y2="76520"/>
                        <a14:backgroundMark x1="35480" y1="74777" x2="35357" y2="76520"/>
                        <a14:backgroundMark x1="35595" y1="73142" x2="35493" y2="74593"/>
                        <a14:backgroundMark x1="36786" y1="79561" x2="37751" y2="78918"/>
                        <a14:backgroundMark x1="37173" y1="77811" x2="36310" y2="79561"/>
                        <a14:backgroundMark x1="42302" y1="74531" x2="43095" y2="74155"/>
                        <a14:backgroundMark x1="58452" y1="27027" x2="56667" y2="29392"/>
                        <a14:backgroundMark x1="56548" y1="25338" x2="57143" y2="28716"/>
                        <a14:backgroundMark x1="56905" y1="26689" x2="57857" y2="26858"/>
                        <a14:backgroundMark x1="58929" y1="28378" x2="55833" y2="28041"/>
                        <a14:backgroundMark x1="57262" y1="23818" x2="54405" y2="27196"/>
                        <a14:backgroundMark x1="59881" y1="14865" x2="54286" y2="14865"/>
                        <a14:backgroundMark x1="55833" y1="14020" x2="61905" y2="16385"/>
                        <a14:backgroundMark x1="50357" y1="17399" x2="49048" y2="33108"/>
                        <a14:backgroundMark x1="49048" y1="33108" x2="51310" y2="366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5" t="8269" r="16367" b="6487"/>
          <a:stretch>
            <a:fillRect/>
          </a:stretch>
        </p:blipFill>
        <p:spPr bwMode="auto">
          <a:xfrm>
            <a:off x="8157618" y="3169867"/>
            <a:ext cx="3947611" cy="353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ey background with white text&#10;&#10;AI-generated content may be incorrect.">
            <a:extLst>
              <a:ext uri="{FF2B5EF4-FFF2-40B4-BE49-F238E27FC236}">
                <a16:creationId xmlns:a16="http://schemas.microsoft.com/office/drawing/2014/main" id="{3462257F-836B-38DD-E89F-A5C0ED175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25" t="47984" r="35771" b="38209"/>
          <a:stretch>
            <a:fillRect/>
          </a:stretch>
        </p:blipFill>
        <p:spPr>
          <a:xfrm>
            <a:off x="838199" y="5053640"/>
            <a:ext cx="6855625" cy="145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97041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Plans For Upcoming Week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114980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137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Wabash Capstone Project Notes 05</vt:lpstr>
      <vt:lpstr>What Have I Done This Week</vt:lpstr>
      <vt:lpstr>Did I Do What I Say I Would Do?</vt:lpstr>
      <vt:lpstr>Plans For Upcoming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9</cp:revision>
  <dcterms:created xsi:type="dcterms:W3CDTF">2025-09-22T13:39:50Z</dcterms:created>
  <dcterms:modified xsi:type="dcterms:W3CDTF">2025-10-21T02:42:04Z</dcterms:modified>
</cp:coreProperties>
</file>
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56" r:id="rId2"/>
    <p:sldId id="264" r:id="rId3"/>
    <p:sldId id="260" r:id="rId4"/>
    <p:sldId id="303" r:id="rId5"/>
    <p:sldId id="304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F3629E-7B87-4149-BEDE-508A2BF7244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E6F13B-87C1-4938-A4DE-08EE0651C8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refine the noise readings in strain gauge.</a:t>
          </a:r>
        </a:p>
      </dgm:t>
    </dgm:pt>
    <dgm:pt modelId="{1990ADE8-CC37-405F-83EF-993A109E6D73}" type="parTrans" cxnId="{534740D0-CE20-4C8D-8C08-328A883C9D9F}">
      <dgm:prSet/>
      <dgm:spPr/>
      <dgm:t>
        <a:bodyPr/>
        <a:lstStyle/>
        <a:p>
          <a:endParaRPr lang="en-US"/>
        </a:p>
      </dgm:t>
    </dgm:pt>
    <dgm:pt modelId="{9D22DBC1-26D6-4853-90F1-4B14011A8763}" type="sibTrans" cxnId="{534740D0-CE20-4C8D-8C08-328A883C9D9F}">
      <dgm:prSet/>
      <dgm:spPr/>
      <dgm:t>
        <a:bodyPr/>
        <a:lstStyle/>
        <a:p>
          <a:endParaRPr lang="en-US"/>
        </a:p>
      </dgm:t>
    </dgm:pt>
    <dgm:pt modelId="{1EBE1407-3927-434B-B855-B629929A5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creating schematics in Altium Designer</a:t>
          </a:r>
        </a:p>
      </dgm:t>
    </dgm:pt>
    <dgm:pt modelId="{B2D38706-E25E-4410-A5F3-139749A6F76A}" type="parTrans" cxnId="{DD97DAA0-47A3-416A-8DFF-D8668CD77FB4}">
      <dgm:prSet/>
      <dgm:spPr/>
      <dgm:t>
        <a:bodyPr/>
        <a:lstStyle/>
        <a:p>
          <a:endParaRPr lang="en-US"/>
        </a:p>
      </dgm:t>
    </dgm:pt>
    <dgm:pt modelId="{82793429-FB0A-405F-B604-6ABB2FDAB99C}" type="sibTrans" cxnId="{DD97DAA0-47A3-416A-8DFF-D8668CD77FB4}">
      <dgm:prSet/>
      <dgm:spPr/>
      <dgm:t>
        <a:bodyPr/>
        <a:lstStyle/>
        <a:p>
          <a:endParaRPr lang="en-US"/>
        </a:p>
      </dgm:t>
    </dgm:pt>
    <dgm:pt modelId="{F54D8EAB-799D-4CF2-9EC1-415E36248699}" type="pres">
      <dgm:prSet presAssocID="{F1F3629E-7B87-4149-BEDE-508A2BF7244F}" presName="root" presStyleCnt="0">
        <dgm:presLayoutVars>
          <dgm:dir/>
          <dgm:resizeHandles val="exact"/>
        </dgm:presLayoutVars>
      </dgm:prSet>
      <dgm:spPr/>
    </dgm:pt>
    <dgm:pt modelId="{6D4F9019-CA05-4C9B-B603-CDA5EFD9B127}" type="pres">
      <dgm:prSet presAssocID="{81E6F13B-87C1-4938-A4DE-08EE0651C8D2}" presName="compNode" presStyleCnt="0"/>
      <dgm:spPr/>
    </dgm:pt>
    <dgm:pt modelId="{6B9D5D17-7810-4649-9442-C76BDA8E5602}" type="pres">
      <dgm:prSet presAssocID="{81E6F13B-87C1-4938-A4DE-08EE0651C8D2}" presName="bgRect" presStyleLbl="bgShp" presStyleIdx="0" presStyleCnt="2"/>
      <dgm:spPr/>
    </dgm:pt>
    <dgm:pt modelId="{AE918213-D440-4B86-BB99-B636DD0A157E}" type="pres">
      <dgm:prSet presAssocID="{81E6F13B-87C1-4938-A4DE-08EE0651C8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D4BEB4-99F2-47AD-B958-71C00CBAE2E5}" type="pres">
      <dgm:prSet presAssocID="{81E6F13B-87C1-4938-A4DE-08EE0651C8D2}" presName="spaceRect" presStyleCnt="0"/>
      <dgm:spPr/>
    </dgm:pt>
    <dgm:pt modelId="{0BFB30E3-5676-4181-96D1-AF545B6BA7B8}" type="pres">
      <dgm:prSet presAssocID="{81E6F13B-87C1-4938-A4DE-08EE0651C8D2}" presName="parTx" presStyleLbl="revTx" presStyleIdx="0" presStyleCnt="2">
        <dgm:presLayoutVars>
          <dgm:chMax val="0"/>
          <dgm:chPref val="0"/>
        </dgm:presLayoutVars>
      </dgm:prSet>
      <dgm:spPr/>
    </dgm:pt>
    <dgm:pt modelId="{ED5F06AB-286E-49E4-B623-47E8F8E72D85}" type="pres">
      <dgm:prSet presAssocID="{9D22DBC1-26D6-4853-90F1-4B14011A8763}" presName="sibTrans" presStyleCnt="0"/>
      <dgm:spPr/>
    </dgm:pt>
    <dgm:pt modelId="{198093E0-709F-4C8D-BD2C-53CBE7B233D8}" type="pres">
      <dgm:prSet presAssocID="{1EBE1407-3927-434B-B855-B629929A51F6}" presName="compNode" presStyleCnt="0"/>
      <dgm:spPr/>
    </dgm:pt>
    <dgm:pt modelId="{B18A1257-076A-4F91-A016-1610F6A7F482}" type="pres">
      <dgm:prSet presAssocID="{1EBE1407-3927-434B-B855-B629929A51F6}" presName="bgRect" presStyleLbl="bgShp" presStyleIdx="1" presStyleCnt="2"/>
      <dgm:spPr/>
    </dgm:pt>
    <dgm:pt modelId="{461E3141-63A1-42AD-B2B6-B48A0801F17E}" type="pres">
      <dgm:prSet presAssocID="{1EBE1407-3927-434B-B855-B629929A51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0FF4D4-4F33-4315-8375-2EBA2FE7A4BE}" type="pres">
      <dgm:prSet presAssocID="{1EBE1407-3927-434B-B855-B629929A51F6}" presName="spaceRect" presStyleCnt="0"/>
      <dgm:spPr/>
    </dgm:pt>
    <dgm:pt modelId="{19473300-850D-46BD-A69B-B6439C1D162A}" type="pres">
      <dgm:prSet presAssocID="{1EBE1407-3927-434B-B855-B629929A51F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9E6DB46-8900-48B2-B7C3-55A77B6AD48A}" type="presOf" srcId="{1EBE1407-3927-434B-B855-B629929A51F6}" destId="{19473300-850D-46BD-A69B-B6439C1D162A}" srcOrd="0" destOrd="0" presId="urn:microsoft.com/office/officeart/2018/2/layout/IconVerticalSolidList"/>
    <dgm:cxn modelId="{C936D089-5247-4D05-94E8-E306C65C1B1E}" type="presOf" srcId="{81E6F13B-87C1-4938-A4DE-08EE0651C8D2}" destId="{0BFB30E3-5676-4181-96D1-AF545B6BA7B8}" srcOrd="0" destOrd="0" presId="urn:microsoft.com/office/officeart/2018/2/layout/IconVerticalSolidList"/>
    <dgm:cxn modelId="{DD97DAA0-47A3-416A-8DFF-D8668CD77FB4}" srcId="{F1F3629E-7B87-4149-BEDE-508A2BF7244F}" destId="{1EBE1407-3927-434B-B855-B629929A51F6}" srcOrd="1" destOrd="0" parTransId="{B2D38706-E25E-4410-A5F3-139749A6F76A}" sibTransId="{82793429-FB0A-405F-B604-6ABB2FDAB99C}"/>
    <dgm:cxn modelId="{7D3A23B7-4200-4387-991B-94503B590D26}" type="presOf" srcId="{F1F3629E-7B87-4149-BEDE-508A2BF7244F}" destId="{F54D8EAB-799D-4CF2-9EC1-415E36248699}" srcOrd="0" destOrd="0" presId="urn:microsoft.com/office/officeart/2018/2/layout/IconVerticalSolidList"/>
    <dgm:cxn modelId="{534740D0-CE20-4C8D-8C08-328A883C9D9F}" srcId="{F1F3629E-7B87-4149-BEDE-508A2BF7244F}" destId="{81E6F13B-87C1-4938-A4DE-08EE0651C8D2}" srcOrd="0" destOrd="0" parTransId="{1990ADE8-CC37-405F-83EF-993A109E6D73}" sibTransId="{9D22DBC1-26D6-4853-90F1-4B14011A8763}"/>
    <dgm:cxn modelId="{22810664-DE4C-4F8D-8DB3-1767FA88A67E}" type="presParOf" srcId="{F54D8EAB-799D-4CF2-9EC1-415E36248699}" destId="{6D4F9019-CA05-4C9B-B603-CDA5EFD9B127}" srcOrd="0" destOrd="0" presId="urn:microsoft.com/office/officeart/2018/2/layout/IconVerticalSolidList"/>
    <dgm:cxn modelId="{67A578C0-0392-4B3C-80A7-13A48097FA8E}" type="presParOf" srcId="{6D4F9019-CA05-4C9B-B603-CDA5EFD9B127}" destId="{6B9D5D17-7810-4649-9442-C76BDA8E5602}" srcOrd="0" destOrd="0" presId="urn:microsoft.com/office/officeart/2018/2/layout/IconVerticalSolidList"/>
    <dgm:cxn modelId="{CCB264C7-5C60-4FDA-AACC-524FA34CB24C}" type="presParOf" srcId="{6D4F9019-CA05-4C9B-B603-CDA5EFD9B127}" destId="{AE918213-D440-4B86-BB99-B636DD0A157E}" srcOrd="1" destOrd="0" presId="urn:microsoft.com/office/officeart/2018/2/layout/IconVerticalSolidList"/>
    <dgm:cxn modelId="{1C076DE9-2F56-4664-9851-F7951FDDC046}" type="presParOf" srcId="{6D4F9019-CA05-4C9B-B603-CDA5EFD9B127}" destId="{E8D4BEB4-99F2-47AD-B958-71C00CBAE2E5}" srcOrd="2" destOrd="0" presId="urn:microsoft.com/office/officeart/2018/2/layout/IconVerticalSolidList"/>
    <dgm:cxn modelId="{657A6316-CED7-47E0-AB2B-3B74DC09C12E}" type="presParOf" srcId="{6D4F9019-CA05-4C9B-B603-CDA5EFD9B127}" destId="{0BFB30E3-5676-4181-96D1-AF545B6BA7B8}" srcOrd="3" destOrd="0" presId="urn:microsoft.com/office/officeart/2018/2/layout/IconVerticalSolidList"/>
    <dgm:cxn modelId="{6794E86E-E31E-49D2-B401-86A76ABCCEB8}" type="presParOf" srcId="{F54D8EAB-799D-4CF2-9EC1-415E36248699}" destId="{ED5F06AB-286E-49E4-B623-47E8F8E72D85}" srcOrd="1" destOrd="0" presId="urn:microsoft.com/office/officeart/2018/2/layout/IconVerticalSolidList"/>
    <dgm:cxn modelId="{45F5263F-715C-4190-91FE-A8C8547A50AA}" type="presParOf" srcId="{F54D8EAB-799D-4CF2-9EC1-415E36248699}" destId="{198093E0-709F-4C8D-BD2C-53CBE7B233D8}" srcOrd="2" destOrd="0" presId="urn:microsoft.com/office/officeart/2018/2/layout/IconVerticalSolidList"/>
    <dgm:cxn modelId="{05078E09-A4B1-41E8-8AD2-D939E252A300}" type="presParOf" srcId="{198093E0-709F-4C8D-BD2C-53CBE7B233D8}" destId="{B18A1257-076A-4F91-A016-1610F6A7F482}" srcOrd="0" destOrd="0" presId="urn:microsoft.com/office/officeart/2018/2/layout/IconVerticalSolidList"/>
    <dgm:cxn modelId="{17F2F276-5195-44C3-A9D9-AD3FFBE2CED1}" type="presParOf" srcId="{198093E0-709F-4C8D-BD2C-53CBE7B233D8}" destId="{461E3141-63A1-42AD-B2B6-B48A0801F17E}" srcOrd="1" destOrd="0" presId="urn:microsoft.com/office/officeart/2018/2/layout/IconVerticalSolidList"/>
    <dgm:cxn modelId="{B65EAFEC-45E4-46FA-A76B-F75CDE1E3BFA}" type="presParOf" srcId="{198093E0-709F-4C8D-BD2C-53CBE7B233D8}" destId="{050FF4D4-4F33-4315-8375-2EBA2FE7A4BE}" srcOrd="2" destOrd="0" presId="urn:microsoft.com/office/officeart/2018/2/layout/IconVerticalSolidList"/>
    <dgm:cxn modelId="{1A1E399B-792B-4ACA-A050-4244A6618CD6}" type="presParOf" srcId="{198093E0-709F-4C8D-BD2C-53CBE7B233D8}" destId="{19473300-850D-46BD-A69B-B6439C1D16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C24B8-351A-4A7B-A7E2-5D86E48C63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588E0A3-091B-4937-B5B4-6C3772D422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Wrote code to assist in finding the best physical circuit.</a:t>
          </a:r>
        </a:p>
      </dgm:t>
    </dgm:pt>
    <dgm:pt modelId="{B48638FE-D6E6-4F1B-989E-722BBDA47FE8}" type="parTrans" cxnId="{A68B8DF7-E811-440B-BFF9-40752847E35B}">
      <dgm:prSet/>
      <dgm:spPr/>
      <dgm:t>
        <a:bodyPr/>
        <a:lstStyle/>
        <a:p>
          <a:endParaRPr lang="en-US"/>
        </a:p>
      </dgm:t>
    </dgm:pt>
    <dgm:pt modelId="{945AD126-2C5B-4872-9964-B43B24A3ADC3}" type="sibTrans" cxnId="{A68B8DF7-E811-440B-BFF9-40752847E35B}">
      <dgm:prSet/>
      <dgm:spPr/>
      <dgm:t>
        <a:bodyPr/>
        <a:lstStyle/>
        <a:p>
          <a:endParaRPr lang="en-US"/>
        </a:p>
      </dgm:t>
    </dgm:pt>
    <dgm:pt modelId="{57B85C33-0685-409C-A29C-E02D2ECE5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Began going through different configurations attempting to find the most optimal solution.</a:t>
          </a:r>
        </a:p>
      </dgm:t>
    </dgm:pt>
    <dgm:pt modelId="{C0AF805D-22F5-439B-ABE1-032B36238EED}" type="parTrans" cxnId="{71D01192-E5A7-4914-B47C-BCC442524C8F}">
      <dgm:prSet/>
      <dgm:spPr/>
      <dgm:t>
        <a:bodyPr/>
        <a:lstStyle/>
        <a:p>
          <a:endParaRPr lang="en-US"/>
        </a:p>
      </dgm:t>
    </dgm:pt>
    <dgm:pt modelId="{244379AB-9084-4C88-900A-58D25950555C}" type="sibTrans" cxnId="{71D01192-E5A7-4914-B47C-BCC442524C8F}">
      <dgm:prSet/>
      <dgm:spPr/>
      <dgm:t>
        <a:bodyPr/>
        <a:lstStyle/>
        <a:p>
          <a:endParaRPr lang="en-US"/>
        </a:p>
      </dgm:t>
    </dgm:pt>
    <dgm:pt modelId="{5BF0FB46-B5D8-488D-9AB3-A2E75D2A1E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Started physically constructing the new microphone wire cable.</a:t>
          </a:r>
        </a:p>
      </dgm:t>
    </dgm:pt>
    <dgm:pt modelId="{FA7502AB-26C5-437E-88CB-7144E935CCF3}" type="parTrans" cxnId="{F4A1C634-CB44-4FDA-954B-617AAA74A9BD}">
      <dgm:prSet/>
      <dgm:spPr/>
      <dgm:t>
        <a:bodyPr/>
        <a:lstStyle/>
        <a:p>
          <a:endParaRPr lang="en-US"/>
        </a:p>
      </dgm:t>
    </dgm:pt>
    <dgm:pt modelId="{CA6C28F2-78E1-4861-B218-D66D2F118DB4}" type="sibTrans" cxnId="{F4A1C634-CB44-4FDA-954B-617AAA74A9BD}">
      <dgm:prSet/>
      <dgm:spPr/>
      <dgm:t>
        <a:bodyPr/>
        <a:lstStyle/>
        <a:p>
          <a:endParaRPr lang="en-US"/>
        </a:p>
      </dgm:t>
    </dgm:pt>
    <dgm:pt modelId="{33253709-F523-4BFA-AED7-B7661C12C3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Attended the meeting with the Wabash team.</a:t>
          </a:r>
        </a:p>
      </dgm:t>
    </dgm:pt>
    <dgm:pt modelId="{B2F119B4-2E50-4D32-9E68-A82498BE9ABF}" type="parTrans" cxnId="{EF35F3C9-85B3-4679-8753-BA7DC35FB8C4}">
      <dgm:prSet/>
      <dgm:spPr/>
      <dgm:t>
        <a:bodyPr/>
        <a:lstStyle/>
        <a:p>
          <a:endParaRPr lang="en-US"/>
        </a:p>
      </dgm:t>
    </dgm:pt>
    <dgm:pt modelId="{16AFF9DA-FD3B-424D-8EBE-01FD5E13C2D4}" type="sibTrans" cxnId="{EF35F3C9-85B3-4679-8753-BA7DC35FB8C4}">
      <dgm:prSet/>
      <dgm:spPr/>
      <dgm:t>
        <a:bodyPr/>
        <a:lstStyle/>
        <a:p>
          <a:endParaRPr lang="en-US"/>
        </a:p>
      </dgm:t>
    </dgm:pt>
    <dgm:pt modelId="{F39C53E3-9BD0-447A-8662-48927DDDAB50}" type="pres">
      <dgm:prSet presAssocID="{E64C24B8-351A-4A7B-A7E2-5D86E48C631E}" presName="root" presStyleCnt="0">
        <dgm:presLayoutVars>
          <dgm:dir/>
          <dgm:resizeHandles val="exact"/>
        </dgm:presLayoutVars>
      </dgm:prSet>
      <dgm:spPr/>
    </dgm:pt>
    <dgm:pt modelId="{C6F38AB7-8CA4-4BC0-ACCE-9FCC941944FF}" type="pres">
      <dgm:prSet presAssocID="{2588E0A3-091B-4937-B5B4-6C3772D422E0}" presName="compNode" presStyleCnt="0"/>
      <dgm:spPr/>
    </dgm:pt>
    <dgm:pt modelId="{42CF7DD4-2C83-41F7-92B8-C1269D89D243}" type="pres">
      <dgm:prSet presAssocID="{2588E0A3-091B-4937-B5B4-6C3772D422E0}" presName="bgRect" presStyleLbl="bgShp" presStyleIdx="0" presStyleCnt="4"/>
      <dgm:spPr/>
    </dgm:pt>
    <dgm:pt modelId="{4F8C95BE-3478-41BB-95BA-EAB883D98D5D}" type="pres">
      <dgm:prSet presAssocID="{2588E0A3-091B-4937-B5B4-6C3772D422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B4A39DF-C4C1-420B-91DE-E1F37621A7E0}" type="pres">
      <dgm:prSet presAssocID="{2588E0A3-091B-4937-B5B4-6C3772D422E0}" presName="spaceRect" presStyleCnt="0"/>
      <dgm:spPr/>
    </dgm:pt>
    <dgm:pt modelId="{14FF776B-B413-4BF2-A8A5-3B004901422F}" type="pres">
      <dgm:prSet presAssocID="{2588E0A3-091B-4937-B5B4-6C3772D422E0}" presName="parTx" presStyleLbl="revTx" presStyleIdx="0" presStyleCnt="4">
        <dgm:presLayoutVars>
          <dgm:chMax val="0"/>
          <dgm:chPref val="0"/>
        </dgm:presLayoutVars>
      </dgm:prSet>
      <dgm:spPr/>
    </dgm:pt>
    <dgm:pt modelId="{810F1E19-9B4E-437E-ADAF-FB3CB30E298E}" type="pres">
      <dgm:prSet presAssocID="{945AD126-2C5B-4872-9964-B43B24A3ADC3}" presName="sibTrans" presStyleCnt="0"/>
      <dgm:spPr/>
    </dgm:pt>
    <dgm:pt modelId="{8AB2795E-FC16-4455-8C4E-477F138560FF}" type="pres">
      <dgm:prSet presAssocID="{57B85C33-0685-409C-A29C-E02D2ECE5920}" presName="compNode" presStyleCnt="0"/>
      <dgm:spPr/>
    </dgm:pt>
    <dgm:pt modelId="{7DEF96DC-EEC4-4656-A44A-DF1F0B8C6844}" type="pres">
      <dgm:prSet presAssocID="{57B85C33-0685-409C-A29C-E02D2ECE5920}" presName="bgRect" presStyleLbl="bgShp" presStyleIdx="1" presStyleCnt="4"/>
      <dgm:spPr/>
    </dgm:pt>
    <dgm:pt modelId="{4DF34195-7EAC-4C9A-B1CA-53DD6C7B48B2}" type="pres">
      <dgm:prSet presAssocID="{57B85C33-0685-409C-A29C-E02D2ECE59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158895A5-139B-4AEA-AA3B-2B1879C5ABE4}" type="pres">
      <dgm:prSet presAssocID="{57B85C33-0685-409C-A29C-E02D2ECE5920}" presName="spaceRect" presStyleCnt="0"/>
      <dgm:spPr/>
    </dgm:pt>
    <dgm:pt modelId="{8368CDD9-6885-4720-885C-B1BF2A1297ED}" type="pres">
      <dgm:prSet presAssocID="{57B85C33-0685-409C-A29C-E02D2ECE5920}" presName="parTx" presStyleLbl="revTx" presStyleIdx="1" presStyleCnt="4">
        <dgm:presLayoutVars>
          <dgm:chMax val="0"/>
          <dgm:chPref val="0"/>
        </dgm:presLayoutVars>
      </dgm:prSet>
      <dgm:spPr/>
    </dgm:pt>
    <dgm:pt modelId="{B12542D2-F5B9-4331-8603-104AAFD86C19}" type="pres">
      <dgm:prSet presAssocID="{244379AB-9084-4C88-900A-58D25950555C}" presName="sibTrans" presStyleCnt="0"/>
      <dgm:spPr/>
    </dgm:pt>
    <dgm:pt modelId="{46167DE7-DAE0-42ED-A9B8-8A83DCFF1B93}" type="pres">
      <dgm:prSet presAssocID="{5BF0FB46-B5D8-488D-9AB3-A2E75D2A1E19}" presName="compNode" presStyleCnt="0"/>
      <dgm:spPr/>
    </dgm:pt>
    <dgm:pt modelId="{CC93CEE0-5A8B-4B31-A74E-4B66707959E1}" type="pres">
      <dgm:prSet presAssocID="{5BF0FB46-B5D8-488D-9AB3-A2E75D2A1E19}" presName="bgRect" presStyleLbl="bgShp" presStyleIdx="2" presStyleCnt="4"/>
      <dgm:spPr/>
    </dgm:pt>
    <dgm:pt modelId="{F65C7004-D16B-4022-871A-9A395BA9BCC1}" type="pres">
      <dgm:prSet presAssocID="{5BF0FB46-B5D8-488D-9AB3-A2E75D2A1E1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899A66A7-6D88-4532-8BD5-1DEA7FFCECDA}" type="pres">
      <dgm:prSet presAssocID="{5BF0FB46-B5D8-488D-9AB3-A2E75D2A1E19}" presName="spaceRect" presStyleCnt="0"/>
      <dgm:spPr/>
    </dgm:pt>
    <dgm:pt modelId="{69FF415E-842A-441D-9E88-A1973A5E5728}" type="pres">
      <dgm:prSet presAssocID="{5BF0FB46-B5D8-488D-9AB3-A2E75D2A1E19}" presName="parTx" presStyleLbl="revTx" presStyleIdx="2" presStyleCnt="4">
        <dgm:presLayoutVars>
          <dgm:chMax val="0"/>
          <dgm:chPref val="0"/>
        </dgm:presLayoutVars>
      </dgm:prSet>
      <dgm:spPr/>
    </dgm:pt>
    <dgm:pt modelId="{42B83635-E0F3-4A78-96DB-B34273278D37}" type="pres">
      <dgm:prSet presAssocID="{CA6C28F2-78E1-4861-B218-D66D2F118DB4}" presName="sibTrans" presStyleCnt="0"/>
      <dgm:spPr/>
    </dgm:pt>
    <dgm:pt modelId="{6E26DC9C-EEAB-462A-AE3D-093F19376045}" type="pres">
      <dgm:prSet presAssocID="{33253709-F523-4BFA-AED7-B7661C12C38B}" presName="compNode" presStyleCnt="0"/>
      <dgm:spPr/>
    </dgm:pt>
    <dgm:pt modelId="{9B357562-E3F3-4AEF-9D65-DE6168666863}" type="pres">
      <dgm:prSet presAssocID="{33253709-F523-4BFA-AED7-B7661C12C38B}" presName="bgRect" presStyleLbl="bgShp" presStyleIdx="3" presStyleCnt="4"/>
      <dgm:spPr/>
    </dgm:pt>
    <dgm:pt modelId="{4681B76F-FDB1-42AB-B980-13A96A8AEC4B}" type="pres">
      <dgm:prSet presAssocID="{33253709-F523-4BFA-AED7-B7661C12C3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7F9B9ADB-87FE-41A2-9D7D-19F0A2496D86}" type="pres">
      <dgm:prSet presAssocID="{33253709-F523-4BFA-AED7-B7661C12C38B}" presName="spaceRect" presStyleCnt="0"/>
      <dgm:spPr/>
    </dgm:pt>
    <dgm:pt modelId="{821F834D-8BC7-4AE7-B71B-843F8469C493}" type="pres">
      <dgm:prSet presAssocID="{33253709-F523-4BFA-AED7-B7661C12C3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4A1C634-CB44-4FDA-954B-617AAA74A9BD}" srcId="{E64C24B8-351A-4A7B-A7E2-5D86E48C631E}" destId="{5BF0FB46-B5D8-488D-9AB3-A2E75D2A1E19}" srcOrd="2" destOrd="0" parTransId="{FA7502AB-26C5-437E-88CB-7144E935CCF3}" sibTransId="{CA6C28F2-78E1-4861-B218-D66D2F118DB4}"/>
    <dgm:cxn modelId="{71D01192-E5A7-4914-B47C-BCC442524C8F}" srcId="{E64C24B8-351A-4A7B-A7E2-5D86E48C631E}" destId="{57B85C33-0685-409C-A29C-E02D2ECE5920}" srcOrd="1" destOrd="0" parTransId="{C0AF805D-22F5-439B-ABE1-032B36238EED}" sibTransId="{244379AB-9084-4C88-900A-58D25950555C}"/>
    <dgm:cxn modelId="{D6482DAD-08AA-4016-803F-25E00D2993CE}" type="presOf" srcId="{5BF0FB46-B5D8-488D-9AB3-A2E75D2A1E19}" destId="{69FF415E-842A-441D-9E88-A1973A5E5728}" srcOrd="0" destOrd="0" presId="urn:microsoft.com/office/officeart/2018/2/layout/IconVerticalSolidList"/>
    <dgm:cxn modelId="{7EB9E0AD-2343-4BB6-8D31-B338D4D0895B}" type="presOf" srcId="{57B85C33-0685-409C-A29C-E02D2ECE5920}" destId="{8368CDD9-6885-4720-885C-B1BF2A1297ED}" srcOrd="0" destOrd="0" presId="urn:microsoft.com/office/officeart/2018/2/layout/IconVerticalSolidList"/>
    <dgm:cxn modelId="{B6B13FAF-B864-4091-A9F8-A8DD5E8991EB}" type="presOf" srcId="{33253709-F523-4BFA-AED7-B7661C12C38B}" destId="{821F834D-8BC7-4AE7-B71B-843F8469C493}" srcOrd="0" destOrd="0" presId="urn:microsoft.com/office/officeart/2018/2/layout/IconVerticalSolidList"/>
    <dgm:cxn modelId="{608B7EB0-B15F-44FC-96AC-A645B4C07A0F}" type="presOf" srcId="{E64C24B8-351A-4A7B-A7E2-5D86E48C631E}" destId="{F39C53E3-9BD0-447A-8662-48927DDDAB50}" srcOrd="0" destOrd="0" presId="urn:microsoft.com/office/officeart/2018/2/layout/IconVerticalSolidList"/>
    <dgm:cxn modelId="{EF35F3C9-85B3-4679-8753-BA7DC35FB8C4}" srcId="{E64C24B8-351A-4A7B-A7E2-5D86E48C631E}" destId="{33253709-F523-4BFA-AED7-B7661C12C38B}" srcOrd="3" destOrd="0" parTransId="{B2F119B4-2E50-4D32-9E68-A82498BE9ABF}" sibTransId="{16AFF9DA-FD3B-424D-8EBE-01FD5E13C2D4}"/>
    <dgm:cxn modelId="{36E6B8F4-F9EC-42DE-8E3C-9C655156C6F3}" type="presOf" srcId="{2588E0A3-091B-4937-B5B4-6C3772D422E0}" destId="{14FF776B-B413-4BF2-A8A5-3B004901422F}" srcOrd="0" destOrd="0" presId="urn:microsoft.com/office/officeart/2018/2/layout/IconVerticalSolidList"/>
    <dgm:cxn modelId="{A68B8DF7-E811-440B-BFF9-40752847E35B}" srcId="{E64C24B8-351A-4A7B-A7E2-5D86E48C631E}" destId="{2588E0A3-091B-4937-B5B4-6C3772D422E0}" srcOrd="0" destOrd="0" parTransId="{B48638FE-D6E6-4F1B-989E-722BBDA47FE8}" sibTransId="{945AD126-2C5B-4872-9964-B43B24A3ADC3}"/>
    <dgm:cxn modelId="{35755CC2-1202-4384-AABD-781A07A64620}" type="presParOf" srcId="{F39C53E3-9BD0-447A-8662-48927DDDAB50}" destId="{C6F38AB7-8CA4-4BC0-ACCE-9FCC941944FF}" srcOrd="0" destOrd="0" presId="urn:microsoft.com/office/officeart/2018/2/layout/IconVerticalSolidList"/>
    <dgm:cxn modelId="{7B573D05-25B7-4662-AF02-51A14C465F1F}" type="presParOf" srcId="{C6F38AB7-8CA4-4BC0-ACCE-9FCC941944FF}" destId="{42CF7DD4-2C83-41F7-92B8-C1269D89D243}" srcOrd="0" destOrd="0" presId="urn:microsoft.com/office/officeart/2018/2/layout/IconVerticalSolidList"/>
    <dgm:cxn modelId="{F2F89C7F-5210-4DE1-9685-2006F713CC29}" type="presParOf" srcId="{C6F38AB7-8CA4-4BC0-ACCE-9FCC941944FF}" destId="{4F8C95BE-3478-41BB-95BA-EAB883D98D5D}" srcOrd="1" destOrd="0" presId="urn:microsoft.com/office/officeart/2018/2/layout/IconVerticalSolidList"/>
    <dgm:cxn modelId="{F060DE72-E29A-45A9-8952-4A67A777DACD}" type="presParOf" srcId="{C6F38AB7-8CA4-4BC0-ACCE-9FCC941944FF}" destId="{0B4A39DF-C4C1-420B-91DE-E1F37621A7E0}" srcOrd="2" destOrd="0" presId="urn:microsoft.com/office/officeart/2018/2/layout/IconVerticalSolidList"/>
    <dgm:cxn modelId="{215EDA6B-E961-4CD1-9F58-F864C7A979AF}" type="presParOf" srcId="{C6F38AB7-8CA4-4BC0-ACCE-9FCC941944FF}" destId="{14FF776B-B413-4BF2-A8A5-3B004901422F}" srcOrd="3" destOrd="0" presId="urn:microsoft.com/office/officeart/2018/2/layout/IconVerticalSolidList"/>
    <dgm:cxn modelId="{71B3F743-26DA-4042-A46F-3FE0B28039AE}" type="presParOf" srcId="{F39C53E3-9BD0-447A-8662-48927DDDAB50}" destId="{810F1E19-9B4E-437E-ADAF-FB3CB30E298E}" srcOrd="1" destOrd="0" presId="urn:microsoft.com/office/officeart/2018/2/layout/IconVerticalSolidList"/>
    <dgm:cxn modelId="{CBA7855F-A083-4121-9355-6D4AF03BEDEF}" type="presParOf" srcId="{F39C53E3-9BD0-447A-8662-48927DDDAB50}" destId="{8AB2795E-FC16-4455-8C4E-477F138560FF}" srcOrd="2" destOrd="0" presId="urn:microsoft.com/office/officeart/2018/2/layout/IconVerticalSolidList"/>
    <dgm:cxn modelId="{8CCA0D18-BE19-4243-BD83-55648A58BE79}" type="presParOf" srcId="{8AB2795E-FC16-4455-8C4E-477F138560FF}" destId="{7DEF96DC-EEC4-4656-A44A-DF1F0B8C6844}" srcOrd="0" destOrd="0" presId="urn:microsoft.com/office/officeart/2018/2/layout/IconVerticalSolidList"/>
    <dgm:cxn modelId="{8B386AE0-396C-4207-952A-359175C79777}" type="presParOf" srcId="{8AB2795E-FC16-4455-8C4E-477F138560FF}" destId="{4DF34195-7EAC-4C9A-B1CA-53DD6C7B48B2}" srcOrd="1" destOrd="0" presId="urn:microsoft.com/office/officeart/2018/2/layout/IconVerticalSolidList"/>
    <dgm:cxn modelId="{4DF2F75A-D45B-4BBF-A59E-50723E83024A}" type="presParOf" srcId="{8AB2795E-FC16-4455-8C4E-477F138560FF}" destId="{158895A5-139B-4AEA-AA3B-2B1879C5ABE4}" srcOrd="2" destOrd="0" presId="urn:microsoft.com/office/officeart/2018/2/layout/IconVerticalSolidList"/>
    <dgm:cxn modelId="{ABFEBA78-4F5A-4220-8F8D-0BF1F3A40EA1}" type="presParOf" srcId="{8AB2795E-FC16-4455-8C4E-477F138560FF}" destId="{8368CDD9-6885-4720-885C-B1BF2A1297ED}" srcOrd="3" destOrd="0" presId="urn:microsoft.com/office/officeart/2018/2/layout/IconVerticalSolidList"/>
    <dgm:cxn modelId="{C4D4216C-D62B-4A76-A760-4ED097EDA521}" type="presParOf" srcId="{F39C53E3-9BD0-447A-8662-48927DDDAB50}" destId="{B12542D2-F5B9-4331-8603-104AAFD86C19}" srcOrd="3" destOrd="0" presId="urn:microsoft.com/office/officeart/2018/2/layout/IconVerticalSolidList"/>
    <dgm:cxn modelId="{FE7F80EE-6345-42EC-9EDD-D299BEE68244}" type="presParOf" srcId="{F39C53E3-9BD0-447A-8662-48927DDDAB50}" destId="{46167DE7-DAE0-42ED-A9B8-8A83DCFF1B93}" srcOrd="4" destOrd="0" presId="urn:microsoft.com/office/officeart/2018/2/layout/IconVerticalSolidList"/>
    <dgm:cxn modelId="{AAC2A9BF-3C21-4172-ADF4-4EB037D05DDB}" type="presParOf" srcId="{46167DE7-DAE0-42ED-A9B8-8A83DCFF1B93}" destId="{CC93CEE0-5A8B-4B31-A74E-4B66707959E1}" srcOrd="0" destOrd="0" presId="urn:microsoft.com/office/officeart/2018/2/layout/IconVerticalSolidList"/>
    <dgm:cxn modelId="{D31C2530-B5A3-436D-9963-0ADBAC843E17}" type="presParOf" srcId="{46167DE7-DAE0-42ED-A9B8-8A83DCFF1B93}" destId="{F65C7004-D16B-4022-871A-9A395BA9BCC1}" srcOrd="1" destOrd="0" presId="urn:microsoft.com/office/officeart/2018/2/layout/IconVerticalSolidList"/>
    <dgm:cxn modelId="{54A8E53A-7BD3-4B50-A996-FDB22A6DEBE6}" type="presParOf" srcId="{46167DE7-DAE0-42ED-A9B8-8A83DCFF1B93}" destId="{899A66A7-6D88-4532-8BD5-1DEA7FFCECDA}" srcOrd="2" destOrd="0" presId="urn:microsoft.com/office/officeart/2018/2/layout/IconVerticalSolidList"/>
    <dgm:cxn modelId="{AB908EC7-B1FF-4E27-95EA-B005527112A9}" type="presParOf" srcId="{46167DE7-DAE0-42ED-A9B8-8A83DCFF1B93}" destId="{69FF415E-842A-441D-9E88-A1973A5E5728}" srcOrd="3" destOrd="0" presId="urn:microsoft.com/office/officeart/2018/2/layout/IconVerticalSolidList"/>
    <dgm:cxn modelId="{DD748D20-22EF-4A82-BF1C-7D8D45D6CAA2}" type="presParOf" srcId="{F39C53E3-9BD0-447A-8662-48927DDDAB50}" destId="{42B83635-E0F3-4A78-96DB-B34273278D37}" srcOrd="5" destOrd="0" presId="urn:microsoft.com/office/officeart/2018/2/layout/IconVerticalSolidList"/>
    <dgm:cxn modelId="{50684DC0-EA1F-4867-B1BF-F65AA12FBEBD}" type="presParOf" srcId="{F39C53E3-9BD0-447A-8662-48927DDDAB50}" destId="{6E26DC9C-EEAB-462A-AE3D-093F19376045}" srcOrd="6" destOrd="0" presId="urn:microsoft.com/office/officeart/2018/2/layout/IconVerticalSolidList"/>
    <dgm:cxn modelId="{4B8909B1-5BEA-4DDE-BDB5-D24FF4F0A208}" type="presParOf" srcId="{6E26DC9C-EEAB-462A-AE3D-093F19376045}" destId="{9B357562-E3F3-4AEF-9D65-DE6168666863}" srcOrd="0" destOrd="0" presId="urn:microsoft.com/office/officeart/2018/2/layout/IconVerticalSolidList"/>
    <dgm:cxn modelId="{029E1367-9C50-4EA0-BCA5-2FE568323E48}" type="presParOf" srcId="{6E26DC9C-EEAB-462A-AE3D-093F19376045}" destId="{4681B76F-FDB1-42AB-B980-13A96A8AEC4B}" srcOrd="1" destOrd="0" presId="urn:microsoft.com/office/officeart/2018/2/layout/IconVerticalSolidList"/>
    <dgm:cxn modelId="{B6BB02ED-1FFB-4CB5-8291-5FC7D3BA4BEB}" type="presParOf" srcId="{6E26DC9C-EEAB-462A-AE3D-093F19376045}" destId="{7F9B9ADB-87FE-41A2-9D7D-19F0A2496D86}" srcOrd="2" destOrd="0" presId="urn:microsoft.com/office/officeart/2018/2/layout/IconVerticalSolidList"/>
    <dgm:cxn modelId="{8F853196-2DD8-4ED0-A000-A367F26A3B1A}" type="presParOf" srcId="{6E26DC9C-EEAB-462A-AE3D-093F19376045}" destId="{821F834D-8BC7-4AE7-B71B-843F8469C4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 dirty="0"/>
            <a:t>I feel that I am still doing what I said I would do. I do feel that I am starting to get behind. </a:t>
          </a:r>
        </a:p>
        <a:p>
          <a:r>
            <a:rPr lang="en-US" dirty="0"/>
            <a:t>I am wanting to use this weekend to finish up the noise filtering things in preparation for the physical calibration.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fell ill during this week but still managed to get myself to lecture and lab on Tuesday. I unfortunately had to miss Lab on Thursday due to this illness.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High Level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7E798AD5-3A0E-4E06-A9E2-8101DA3FA924}">
      <dgm:prSet/>
      <dgm:spPr/>
      <dgm:t>
        <a:bodyPr/>
        <a:lstStyle/>
        <a:p>
          <a:endParaRPr lang="en-US"/>
        </a:p>
      </dgm:t>
    </dgm:pt>
    <dgm:pt modelId="{58956129-593C-4536-8F2F-D6F898EC3720}" type="sibTrans" cxnId="{7E798AD5-3A0E-4E06-A9E2-8101DA3FA924}">
      <dgm:prSet/>
      <dgm:spPr/>
      <dgm:t>
        <a:bodyPr/>
        <a:lstStyle/>
        <a:p>
          <a:endParaRPr lang="en-US"/>
        </a:p>
      </dgm:t>
    </dgm:pt>
    <dgm:pt modelId="{9E025F83-A093-4AFC-AC87-28C409DB8A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refine system sensors &amp; configuration.</a:t>
          </a:r>
        </a:p>
        <a:p>
          <a:pPr>
            <a:lnSpc>
              <a:spcPct val="100000"/>
            </a:lnSpc>
          </a:pPr>
          <a:r>
            <a:rPr lang="en-US" dirty="0"/>
            <a:t>Continue to learn how to use Altium Designer. </a:t>
          </a:r>
        </a:p>
        <a:p>
          <a:pPr>
            <a:lnSpc>
              <a:spcPct val="100000"/>
            </a:lnSpc>
          </a:pPr>
          <a:r>
            <a:rPr lang="en-US" dirty="0"/>
            <a:t>Continue to show up to class.</a:t>
          </a:r>
        </a:p>
      </dgm:t>
    </dgm:pt>
    <dgm:pt modelId="{767A8EE9-7A7C-444D-A52F-FA73992B2B7B}" type="parTrans" cxnId="{8975D98C-7772-4376-8B7E-61B7E3CD0B47}">
      <dgm:prSet/>
      <dgm:spPr/>
      <dgm:t>
        <a:bodyPr/>
        <a:lstStyle/>
        <a:p>
          <a:endParaRPr lang="en-US"/>
        </a:p>
      </dgm:t>
    </dgm:pt>
    <dgm:pt modelId="{B89188CB-E1E3-45D5-879D-E3D0128B3945}" type="sibTrans" cxnId="{8975D98C-7772-4376-8B7E-61B7E3CD0B47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Finish Noise Reduction. Prepare for Physical Calibration.</a:t>
          </a:r>
        </a:p>
        <a:p>
          <a:pPr>
            <a:lnSpc>
              <a:spcPct val="100000"/>
            </a:lnSpc>
          </a:pPr>
          <a:r>
            <a:rPr lang="en-US" dirty="0"/>
            <a:t>Continue creating schematics in Altium Designer if time allows.</a:t>
          </a:r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AF4DF281-F394-48D3-8C7F-F8B45D79087C}" type="presOf" srcId="{97E32105-08D7-4139-9F4B-3AA86443B2F6}" destId="{82A6DA78-ED68-48DB-B275-E21C38A49C2E}" srcOrd="0" destOrd="0" presId="urn:microsoft.com/office/officeart/2018/5/layout/CenteredIconLabelDescriptionList"/>
    <dgm:cxn modelId="{F660F381-3474-4959-9FEC-7C54816EA70C}" type="presOf" srcId="{9E025F83-A093-4AFC-AC87-28C409DB8A0A}" destId="{6961EB70-9F99-4472-A05C-AAD051EDED01}" srcOrd="0" destOrd="0" presId="urn:microsoft.com/office/officeart/2018/5/layout/CenteredIconLabelDescriptionList"/>
    <dgm:cxn modelId="{8975D98C-7772-4376-8B7E-61B7E3CD0B47}" srcId="{55F31D8C-D1BC-4945-816B-2FA70AF3F016}" destId="{9E025F83-A093-4AFC-AC87-28C409DB8A0A}" srcOrd="0" destOrd="0" parTransId="{767A8EE9-7A7C-444D-A52F-FA73992B2B7B}" sibTransId="{B89188CB-E1E3-45D5-879D-E3D0128B3945}"/>
    <dgm:cxn modelId="{F12A338D-FE74-4F51-9436-E51E6EB6DDCA}" type="presOf" srcId="{64C940D0-7C24-4764-8258-BC5A4C92CA47}" destId="{62AF9954-8D2E-43F8-8C8F-1E22516A1735}" srcOrd="0" destOrd="0" presId="urn:microsoft.com/office/officeart/2018/5/layout/CenteredIconLabelDescriptionList"/>
    <dgm:cxn modelId="{1E4DA1B0-976B-4C11-98D5-00C44C3A526A}" type="presOf" srcId="{55F31D8C-D1BC-4945-816B-2FA70AF3F016}" destId="{49DD8519-5670-4591-9EB3-07C9204FA964}" srcOrd="0" destOrd="0" presId="urn:microsoft.com/office/officeart/2018/5/layout/CenteredIconLabelDescriptionList"/>
    <dgm:cxn modelId="{7E798AD5-3A0E-4E06-A9E2-8101DA3FA924}" srcId="{16E70653-6C3E-4194-8BE6-BFFB82B8AE46}" destId="{97E32105-08D7-4139-9F4B-3AA86443B2F6}" srcOrd="1" destOrd="0" parTransId="{2B229D14-6EA2-49BB-831B-8886C2038AB3}" sibTransId="{58956129-593C-4536-8F2F-D6F898EC3720}"/>
    <dgm:cxn modelId="{C1CFED81-0FDC-4095-8982-EF7E54BD5739}" type="presParOf" srcId="{1BA61194-1A65-47E5-9083-0F678EF72D01}" destId="{A5677909-CE19-4879-AE75-A5D3913521E3}" srcOrd="0" destOrd="0" presId="urn:microsoft.com/office/officeart/2018/5/layout/CenteredIconLabelDescriptionList"/>
    <dgm:cxn modelId="{FA9660E6-1625-4076-9888-C55B93AE6432}" type="presParOf" srcId="{A5677909-CE19-4879-AE75-A5D3913521E3}" destId="{D30F4C7D-B0AD-43EB-BB46-3E92E7BE97DC}" srcOrd="0" destOrd="0" presId="urn:microsoft.com/office/officeart/2018/5/layout/CenteredIconLabelDescriptionList"/>
    <dgm:cxn modelId="{470D5161-5B41-4481-AEF7-2480DC441098}" type="presParOf" srcId="{A5677909-CE19-4879-AE75-A5D3913521E3}" destId="{326AA21A-0B61-4C87-9242-6E2F697C4863}" srcOrd="1" destOrd="0" presId="urn:microsoft.com/office/officeart/2018/5/layout/CenteredIconLabelDescriptionList"/>
    <dgm:cxn modelId="{2585FC59-B850-4689-9741-01517146F5CA}" type="presParOf" srcId="{A5677909-CE19-4879-AE75-A5D3913521E3}" destId="{49DD8519-5670-4591-9EB3-07C9204FA964}" srcOrd="2" destOrd="0" presId="urn:microsoft.com/office/officeart/2018/5/layout/CenteredIconLabelDescriptionList"/>
    <dgm:cxn modelId="{8936E1E8-41B3-48DD-B94B-142E590EF7CF}" type="presParOf" srcId="{A5677909-CE19-4879-AE75-A5D3913521E3}" destId="{9DC07DBC-7E49-4B83-95C9-85C539260489}" srcOrd="3" destOrd="0" presId="urn:microsoft.com/office/officeart/2018/5/layout/CenteredIconLabelDescriptionList"/>
    <dgm:cxn modelId="{6FA397F1-9D7E-43AE-A8D8-CDEC4A395F7C}" type="presParOf" srcId="{A5677909-CE19-4879-AE75-A5D3913521E3}" destId="{6961EB70-9F99-4472-A05C-AAD051EDED01}" srcOrd="4" destOrd="0" presId="urn:microsoft.com/office/officeart/2018/5/layout/CenteredIconLabelDescriptionList"/>
    <dgm:cxn modelId="{5FFCB7D6-2C8C-4402-BBEA-4F8DF3B73F4A}" type="presParOf" srcId="{1BA61194-1A65-47E5-9083-0F678EF72D01}" destId="{C4A20B15-4C8D-49C6-880D-8BBB9376F5D4}" srcOrd="1" destOrd="0" presId="urn:microsoft.com/office/officeart/2018/5/layout/CenteredIconLabelDescriptionList"/>
    <dgm:cxn modelId="{C6FA4C9F-DEB7-45E3-B74C-8DE12C388658}" type="presParOf" srcId="{1BA61194-1A65-47E5-9083-0F678EF72D01}" destId="{14B5DE4B-3C0A-4B56-9253-5DE35BD8657C}" srcOrd="2" destOrd="0" presId="urn:microsoft.com/office/officeart/2018/5/layout/CenteredIconLabelDescriptionList"/>
    <dgm:cxn modelId="{3C3127A8-C5C2-4CB5-8579-64373B111C39}" type="presParOf" srcId="{14B5DE4B-3C0A-4B56-9253-5DE35BD8657C}" destId="{3C0C3B54-0C6A-44F7-8672-C39FD3FC5F1B}" srcOrd="0" destOrd="0" presId="urn:microsoft.com/office/officeart/2018/5/layout/CenteredIconLabelDescriptionList"/>
    <dgm:cxn modelId="{782CAACA-CD8C-49A9-9808-091F950396DC}" type="presParOf" srcId="{14B5DE4B-3C0A-4B56-9253-5DE35BD8657C}" destId="{98553BE2-2FDB-4947-8A5E-5CB0ED603211}" srcOrd="1" destOrd="0" presId="urn:microsoft.com/office/officeart/2018/5/layout/CenteredIconLabelDescriptionList"/>
    <dgm:cxn modelId="{34BBD245-3EA4-4FC8-8189-FE4506B763EA}" type="presParOf" srcId="{14B5DE4B-3C0A-4B56-9253-5DE35BD8657C}" destId="{82A6DA78-ED68-48DB-B275-E21C38A49C2E}" srcOrd="2" destOrd="0" presId="urn:microsoft.com/office/officeart/2018/5/layout/CenteredIconLabelDescriptionList"/>
    <dgm:cxn modelId="{881A9716-A7E1-4573-B7A0-98F37F90BB50}" type="presParOf" srcId="{14B5DE4B-3C0A-4B56-9253-5DE35BD8657C}" destId="{210EEEEB-2486-4AA6-A228-33A4A464DE0E}" srcOrd="3" destOrd="0" presId="urn:microsoft.com/office/officeart/2018/5/layout/CenteredIconLabelDescriptionList"/>
    <dgm:cxn modelId="{99550D67-77F5-4D5B-9163-FF15D058D553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D5D17-7810-4649-9442-C76BDA8E5602}">
      <dsp:nvSpPr>
        <dsp:cNvPr id="0" name=""/>
        <dsp:cNvSpPr/>
      </dsp:nvSpPr>
      <dsp:spPr>
        <a:xfrm>
          <a:off x="0" y="648511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18213-D440-4B86-BB99-B636DD0A157E}">
      <dsp:nvSpPr>
        <dsp:cNvPr id="0" name=""/>
        <dsp:cNvSpPr/>
      </dsp:nvSpPr>
      <dsp:spPr>
        <a:xfrm>
          <a:off x="362168" y="917893"/>
          <a:ext cx="658488" cy="6584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B30E3-5676-4181-96D1-AF545B6BA7B8}">
      <dsp:nvSpPr>
        <dsp:cNvPr id="0" name=""/>
        <dsp:cNvSpPr/>
      </dsp:nvSpPr>
      <dsp:spPr>
        <a:xfrm>
          <a:off x="1382826" y="648511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Continue to refine the noise readings in strain gauge.</a:t>
          </a:r>
        </a:p>
      </dsp:txBody>
      <dsp:txXfrm>
        <a:off x="1382826" y="648511"/>
        <a:ext cx="6427415" cy="1197252"/>
      </dsp:txXfrm>
    </dsp:sp>
    <dsp:sp modelId="{B18A1257-076A-4F91-A016-1610F6A7F482}">
      <dsp:nvSpPr>
        <dsp:cNvPr id="0" name=""/>
        <dsp:cNvSpPr/>
      </dsp:nvSpPr>
      <dsp:spPr>
        <a:xfrm>
          <a:off x="0" y="2145077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E3141-63A1-42AD-B2B6-B48A0801F17E}">
      <dsp:nvSpPr>
        <dsp:cNvPr id="0" name=""/>
        <dsp:cNvSpPr/>
      </dsp:nvSpPr>
      <dsp:spPr>
        <a:xfrm>
          <a:off x="362168" y="2414458"/>
          <a:ext cx="658488" cy="6584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73300-850D-46BD-A69B-B6439C1D162A}">
      <dsp:nvSpPr>
        <dsp:cNvPr id="0" name=""/>
        <dsp:cNvSpPr/>
      </dsp:nvSpPr>
      <dsp:spPr>
        <a:xfrm>
          <a:off x="1382826" y="2145077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Continue creating schematics in Altium Designer</a:t>
          </a:r>
        </a:p>
      </dsp:txBody>
      <dsp:txXfrm>
        <a:off x="1382826" y="2145077"/>
        <a:ext cx="6427415" cy="1197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F7DD4-2C83-41F7-92B8-C1269D89D243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C95BE-3478-41BB-95BA-EAB883D98D5D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F776B-B413-4BF2-A8A5-3B004901422F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Wrote code to assist in finding the best physical circuit.</a:t>
          </a:r>
        </a:p>
      </dsp:txBody>
      <dsp:txXfrm>
        <a:off x="1339618" y="2288"/>
        <a:ext cx="5024605" cy="1159843"/>
      </dsp:txXfrm>
    </dsp:sp>
    <dsp:sp modelId="{7DEF96DC-EEC4-4656-A44A-DF1F0B8C6844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34195-7EAC-4C9A-B1CA-53DD6C7B48B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8CDD9-6885-4720-885C-B1BF2A1297ED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Began going through different configurations attempting to find the most optimal solution.</a:t>
          </a:r>
        </a:p>
      </dsp:txBody>
      <dsp:txXfrm>
        <a:off x="1339618" y="1452092"/>
        <a:ext cx="5024605" cy="1159843"/>
      </dsp:txXfrm>
    </dsp:sp>
    <dsp:sp modelId="{CC93CEE0-5A8B-4B31-A74E-4B66707959E1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C7004-D16B-4022-871A-9A395BA9BCC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F415E-842A-441D-9E88-A1973A5E5728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Started physically constructing the new microphone wire cable.</a:t>
          </a:r>
        </a:p>
      </dsp:txBody>
      <dsp:txXfrm>
        <a:off x="1339618" y="2901896"/>
        <a:ext cx="5024605" cy="1159843"/>
      </dsp:txXfrm>
    </dsp:sp>
    <dsp:sp modelId="{9B357562-E3F3-4AEF-9D65-DE6168666863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1B76F-FDB1-42AB-B980-13A96A8AEC4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F834D-8BC7-4AE7-B71B-843F8469C493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Attended the meeting with the Wabash team.</a:t>
          </a:r>
        </a:p>
      </dsp:txBody>
      <dsp:txXfrm>
        <a:off x="1339618" y="4351700"/>
        <a:ext cx="5024605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 feel that I am still doing what I said I would do. I do feel that I am starting to get behind.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 am wanting to use this weekend to finish up the noise filtering things in preparation for the physical calibration.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 fell ill during this week but still managed to get myself to lecture and lab on Tuesday. I unfortunately had to miss Lab on Thursday due to this illness.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42736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2095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High Level</a:t>
          </a:r>
        </a:p>
      </dsp:txBody>
      <dsp:txXfrm>
        <a:off x="765914" y="2095516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816144"/>
          <a:ext cx="4320000" cy="1242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refine system sensors &amp; configuration.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learn how to use Altium Designer.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show up to class.</a:t>
          </a:r>
        </a:p>
      </dsp:txBody>
      <dsp:txXfrm>
        <a:off x="765914" y="2816144"/>
        <a:ext cx="4320000" cy="1242628"/>
      </dsp:txXfrm>
    </dsp:sp>
    <dsp:sp modelId="{3C0C3B54-0C6A-44F7-8672-C39FD3FC5F1B}">
      <dsp:nvSpPr>
        <dsp:cNvPr id="0" name=""/>
        <dsp:cNvSpPr/>
      </dsp:nvSpPr>
      <dsp:spPr>
        <a:xfrm>
          <a:off x="7245914" y="42736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2095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914" y="2095516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816144"/>
          <a:ext cx="4320000" cy="1242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Finish Noise Reduction. Prepare for Physical Calibration.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creating schematics in Altium Designer if time allows.</a:t>
          </a:r>
        </a:p>
      </dsp:txBody>
      <dsp:txXfrm>
        <a:off x="5841914" y="2816144"/>
        <a:ext cx="4320000" cy="1242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220ED-F8A7-4F85-9F27-47F7F87886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24E67-06E3-4533-81B7-9EA7F3285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9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A426D-D57A-FDD3-92F2-C40B9DF2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EAD05C-25EE-EEDF-1A3A-D61274CD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11E88-B68A-9882-6BCB-A56A4A660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17B015-67E6-901A-8DCD-BAFA49DC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7823A9-E726-D97F-DE7E-4A2D24A68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5F532-6793-FE75-CD4F-7F6A6EA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Did I Say I Would Do This Week?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53840E-6C32-3CB2-F60E-86A23D5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41948"/>
              </p:ext>
            </p:extLst>
          </p:nvPr>
        </p:nvGraphicFramePr>
        <p:xfrm>
          <a:off x="2337498" y="2517954"/>
          <a:ext cx="7810242" cy="3990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68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What I Have Done Over The Past Week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10697BA-6284-B0EE-AA6B-0040BD085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761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A1337-3634-1160-ED21-BE205348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3F9F864-9B90-B6D6-5968-62A1F1DB2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50EB7C-8CD4-826F-1712-52E3CEBD9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C4F251-B842-39A9-E304-D52033B2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E9B2C2-9B7B-C6AC-77DD-1552F722D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FB1A7-0D2F-ECD9-62D5-C03754C64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Noise Reduction – Supporting Evidence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31CD0-98E8-B970-99BD-F02AD9880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3AA7FA1-C6CB-4159-BA64-F64AF99E6B4F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2/27/2026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48C63-02D6-CE71-2311-65907FEA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769F5-E4BE-3FAF-CF9C-A9DD02BF72C5}"/>
              </a:ext>
            </a:extLst>
          </p:cNvPr>
          <p:cNvSpPr txBox="1"/>
          <p:nvPr/>
        </p:nvSpPr>
        <p:spPr>
          <a:xfrm>
            <a:off x="523138" y="1853126"/>
            <a:ext cx="39676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Python, I wrote code to automatically capture the output of the continuous monitoring mode.</a:t>
            </a:r>
          </a:p>
          <a:p>
            <a:endParaRPr lang="en-US" dirty="0"/>
          </a:p>
          <a:p>
            <a:r>
              <a:rPr lang="en-US" dirty="0"/>
              <a:t>It then imports this data into excel and automatically finds the averages, maxes, mins, and graphs the data over time.</a:t>
            </a:r>
          </a:p>
          <a:p>
            <a:endParaRPr lang="en-US" dirty="0"/>
          </a:p>
          <a:p>
            <a:r>
              <a:rPr lang="en-US" dirty="0"/>
              <a:t>Each iteration I change the physical circuit with hopes to find and prove the most effective option.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CC373006-93D1-D5DB-6511-5447E09ED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7" y="5269446"/>
            <a:ext cx="1413902" cy="141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A9C30C-36E8-324B-4A51-D50C7C96F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559" y="2048414"/>
            <a:ext cx="6864789" cy="405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84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33814-2881-E69C-0857-E04C6370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FD4F498-C89B-6251-8E73-CFDEFD68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1A3EC2-6A59-1AD5-328F-04E9FCCE0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1AC0CD-CB04-BB6B-BE69-97F99A942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0B7B32-51E7-5CB0-B692-28D34DC12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E4804-60A8-B3E9-B208-200CF4185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Noise Reduction – Supporting Evidence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739B6-8B2C-2067-A73D-245C06E2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3AA7FA1-C6CB-4159-BA64-F64AF99E6B4F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2/27/2026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523A8-D146-D867-D409-E37C2470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7268B5-8E61-177F-C4D8-ECC11402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1213"/>
            <a:ext cx="12192000" cy="341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73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35084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Plans For Upcoming Weeks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051775"/>
              </p:ext>
            </p:extLst>
          </p:nvPr>
        </p:nvGraphicFramePr>
        <p:xfrm>
          <a:off x="632085" y="2273574"/>
          <a:ext cx="10927829" cy="448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298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Wabash Capstone Project Notes 04</vt:lpstr>
      <vt:lpstr>What Did I Say I Would Do This Week?</vt:lpstr>
      <vt:lpstr>What I Have Done Over The Past Week</vt:lpstr>
      <vt:lpstr>Noise Reduction – Supporting Evidence</vt:lpstr>
      <vt:lpstr>Noise Reduction – Supporting Evidence</vt:lpstr>
      <vt:lpstr>Did I Do What I Say I Would Do?</vt:lpstr>
      <vt:lpstr>Plans For Upcoming Weeks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30</cp:revision>
  <dcterms:created xsi:type="dcterms:W3CDTF">2025-09-22T13:39:50Z</dcterms:created>
  <dcterms:modified xsi:type="dcterms:W3CDTF">2026-02-28T00:00:28Z</dcterms:modified>
</cp:coreProperties>
</file>
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CD0C7C-48AF-47CD-AB4D-73A8CEED542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094B90-754E-44F1-8966-025D3191198F}">
      <dgm:prSet/>
      <dgm:spPr/>
      <dgm:t>
        <a:bodyPr/>
        <a:lstStyle/>
        <a:p>
          <a:r>
            <a:rPr lang="en-US"/>
            <a:t>Yes, I feel that I met my promises this past week. There is nothing outstanding where I am holding my group back from making progress.</a:t>
          </a:r>
        </a:p>
      </dgm:t>
    </dgm:pt>
    <dgm:pt modelId="{896020A9-F608-4F6B-B742-C821DF00A687}" type="parTrans" cxnId="{C1C4A70D-C8AB-4484-81B2-4F7D57C298B8}">
      <dgm:prSet/>
      <dgm:spPr/>
      <dgm:t>
        <a:bodyPr/>
        <a:lstStyle/>
        <a:p>
          <a:endParaRPr lang="en-US"/>
        </a:p>
      </dgm:t>
    </dgm:pt>
    <dgm:pt modelId="{3542A7A7-1C89-47DC-A86C-489B98167A70}" type="sibTrans" cxnId="{C1C4A70D-C8AB-4484-81B2-4F7D57C298B8}">
      <dgm:prSet/>
      <dgm:spPr/>
      <dgm:t>
        <a:bodyPr/>
        <a:lstStyle/>
        <a:p>
          <a:endParaRPr lang="en-US"/>
        </a:p>
      </dgm:t>
    </dgm:pt>
    <dgm:pt modelId="{AE7C4542-7D1F-4E6B-AC52-10AD73B32BE6}">
      <dgm:prSet/>
      <dgm:spPr/>
      <dgm:t>
        <a:bodyPr/>
        <a:lstStyle/>
        <a:p>
          <a:r>
            <a:rPr lang="en-US" dirty="0"/>
            <a:t>I have attended every class so far.</a:t>
          </a:r>
        </a:p>
      </dgm:t>
    </dgm:pt>
    <dgm:pt modelId="{C17EAAD3-43CC-4AFB-BB49-7C58807D7778}" type="parTrans" cxnId="{8AA7A339-AF9F-4112-9A48-E48ED7BC4697}">
      <dgm:prSet/>
      <dgm:spPr/>
      <dgm:t>
        <a:bodyPr/>
        <a:lstStyle/>
        <a:p>
          <a:endParaRPr lang="en-US"/>
        </a:p>
      </dgm:t>
    </dgm:pt>
    <dgm:pt modelId="{DF9F2BBE-04B5-4A52-9652-C27E2E64B5BE}" type="sibTrans" cxnId="{8AA7A339-AF9F-4112-9A48-E48ED7BC4697}">
      <dgm:prSet/>
      <dgm:spPr/>
      <dgm:t>
        <a:bodyPr/>
        <a:lstStyle/>
        <a:p>
          <a:endParaRPr lang="en-US"/>
        </a:p>
      </dgm:t>
    </dgm:pt>
    <dgm:pt modelId="{5DE8717E-2BBD-4F17-8FFD-76F5C37B9A26}" type="pres">
      <dgm:prSet presAssocID="{23CD0C7C-48AF-47CD-AB4D-73A8CEED54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6D5CA4-CB8A-4241-BEAD-9F31C117FFDE}" type="pres">
      <dgm:prSet presAssocID="{0B094B90-754E-44F1-8966-025D3191198F}" presName="hierRoot1" presStyleCnt="0"/>
      <dgm:spPr/>
    </dgm:pt>
    <dgm:pt modelId="{6EED1EDB-C35B-44B1-9DB6-38326C6D5A2B}" type="pres">
      <dgm:prSet presAssocID="{0B094B90-754E-44F1-8966-025D3191198F}" presName="composite" presStyleCnt="0"/>
      <dgm:spPr/>
    </dgm:pt>
    <dgm:pt modelId="{5586466B-6598-4878-90A3-E95E3CA14A5A}" type="pres">
      <dgm:prSet presAssocID="{0B094B90-754E-44F1-8966-025D3191198F}" presName="background" presStyleLbl="node0" presStyleIdx="0" presStyleCnt="2"/>
      <dgm:spPr/>
    </dgm:pt>
    <dgm:pt modelId="{538366B5-25E4-4AEB-8C46-AB42BA97EED3}" type="pres">
      <dgm:prSet presAssocID="{0B094B90-754E-44F1-8966-025D3191198F}" presName="text" presStyleLbl="fgAcc0" presStyleIdx="0" presStyleCnt="2">
        <dgm:presLayoutVars>
          <dgm:chPref val="3"/>
        </dgm:presLayoutVars>
      </dgm:prSet>
      <dgm:spPr/>
    </dgm:pt>
    <dgm:pt modelId="{536E62E5-8615-4601-942B-AA1A767782AA}" type="pres">
      <dgm:prSet presAssocID="{0B094B90-754E-44F1-8966-025D3191198F}" presName="hierChild2" presStyleCnt="0"/>
      <dgm:spPr/>
    </dgm:pt>
    <dgm:pt modelId="{3E6D7045-B892-47C7-BA4E-79277E9BCBC6}" type="pres">
      <dgm:prSet presAssocID="{AE7C4542-7D1F-4E6B-AC52-10AD73B32BE6}" presName="hierRoot1" presStyleCnt="0"/>
      <dgm:spPr/>
    </dgm:pt>
    <dgm:pt modelId="{8B820AA5-3772-4501-9B18-145263F1360A}" type="pres">
      <dgm:prSet presAssocID="{AE7C4542-7D1F-4E6B-AC52-10AD73B32BE6}" presName="composite" presStyleCnt="0"/>
      <dgm:spPr/>
    </dgm:pt>
    <dgm:pt modelId="{469E38B1-A5CF-4409-99DE-F9A76EBA53D3}" type="pres">
      <dgm:prSet presAssocID="{AE7C4542-7D1F-4E6B-AC52-10AD73B32BE6}" presName="background" presStyleLbl="node0" presStyleIdx="1" presStyleCnt="2"/>
      <dgm:spPr/>
    </dgm:pt>
    <dgm:pt modelId="{0A33496D-CAC1-4D2F-97F7-492A3F6E5F3F}" type="pres">
      <dgm:prSet presAssocID="{AE7C4542-7D1F-4E6B-AC52-10AD73B32BE6}" presName="text" presStyleLbl="fgAcc0" presStyleIdx="1" presStyleCnt="2">
        <dgm:presLayoutVars>
          <dgm:chPref val="3"/>
        </dgm:presLayoutVars>
      </dgm:prSet>
      <dgm:spPr/>
    </dgm:pt>
    <dgm:pt modelId="{09E12D95-62FD-4AF0-854B-C6E6CAFE4A4F}" type="pres">
      <dgm:prSet presAssocID="{AE7C4542-7D1F-4E6B-AC52-10AD73B32BE6}" presName="hierChild2" presStyleCnt="0"/>
      <dgm:spPr/>
    </dgm:pt>
  </dgm:ptLst>
  <dgm:cxnLst>
    <dgm:cxn modelId="{C1C4A70D-C8AB-4484-81B2-4F7D57C298B8}" srcId="{23CD0C7C-48AF-47CD-AB4D-73A8CEED5428}" destId="{0B094B90-754E-44F1-8966-025D3191198F}" srcOrd="0" destOrd="0" parTransId="{896020A9-F608-4F6B-B742-C821DF00A687}" sibTransId="{3542A7A7-1C89-47DC-A86C-489B98167A70}"/>
    <dgm:cxn modelId="{8AA7A339-AF9F-4112-9A48-E48ED7BC4697}" srcId="{23CD0C7C-48AF-47CD-AB4D-73A8CEED5428}" destId="{AE7C4542-7D1F-4E6B-AC52-10AD73B32BE6}" srcOrd="1" destOrd="0" parTransId="{C17EAAD3-43CC-4AFB-BB49-7C58807D7778}" sibTransId="{DF9F2BBE-04B5-4A52-9652-C27E2E64B5BE}"/>
    <dgm:cxn modelId="{B6C14173-BD5A-4FEC-83AC-CE90E551B7BD}" type="presOf" srcId="{23CD0C7C-48AF-47CD-AB4D-73A8CEED5428}" destId="{5DE8717E-2BBD-4F17-8FFD-76F5C37B9A26}" srcOrd="0" destOrd="0" presId="urn:microsoft.com/office/officeart/2005/8/layout/hierarchy1"/>
    <dgm:cxn modelId="{16333E76-56C2-4059-9D57-CEE158F0B884}" type="presOf" srcId="{AE7C4542-7D1F-4E6B-AC52-10AD73B32BE6}" destId="{0A33496D-CAC1-4D2F-97F7-492A3F6E5F3F}" srcOrd="0" destOrd="0" presId="urn:microsoft.com/office/officeart/2005/8/layout/hierarchy1"/>
    <dgm:cxn modelId="{71BE29FF-4173-49CD-A18C-2CF663105F9D}" type="presOf" srcId="{0B094B90-754E-44F1-8966-025D3191198F}" destId="{538366B5-25E4-4AEB-8C46-AB42BA97EED3}" srcOrd="0" destOrd="0" presId="urn:microsoft.com/office/officeart/2005/8/layout/hierarchy1"/>
    <dgm:cxn modelId="{CA506EEB-BC60-4C07-BC7A-3F081EBBE655}" type="presParOf" srcId="{5DE8717E-2BBD-4F17-8FFD-76F5C37B9A26}" destId="{7E6D5CA4-CB8A-4241-BEAD-9F31C117FFDE}" srcOrd="0" destOrd="0" presId="urn:microsoft.com/office/officeart/2005/8/layout/hierarchy1"/>
    <dgm:cxn modelId="{786191A1-B84A-4CB9-978E-EC8AE4931D35}" type="presParOf" srcId="{7E6D5CA4-CB8A-4241-BEAD-9F31C117FFDE}" destId="{6EED1EDB-C35B-44B1-9DB6-38326C6D5A2B}" srcOrd="0" destOrd="0" presId="urn:microsoft.com/office/officeart/2005/8/layout/hierarchy1"/>
    <dgm:cxn modelId="{DB84793C-924A-4192-BD70-59A06B8E9F3E}" type="presParOf" srcId="{6EED1EDB-C35B-44B1-9DB6-38326C6D5A2B}" destId="{5586466B-6598-4878-90A3-E95E3CA14A5A}" srcOrd="0" destOrd="0" presId="urn:microsoft.com/office/officeart/2005/8/layout/hierarchy1"/>
    <dgm:cxn modelId="{BFF5AB42-19F1-4584-9D62-962AAD985EF8}" type="presParOf" srcId="{6EED1EDB-C35B-44B1-9DB6-38326C6D5A2B}" destId="{538366B5-25E4-4AEB-8C46-AB42BA97EED3}" srcOrd="1" destOrd="0" presId="urn:microsoft.com/office/officeart/2005/8/layout/hierarchy1"/>
    <dgm:cxn modelId="{EF29A225-162D-401C-BAEB-AECED5DB2940}" type="presParOf" srcId="{7E6D5CA4-CB8A-4241-BEAD-9F31C117FFDE}" destId="{536E62E5-8615-4601-942B-AA1A767782AA}" srcOrd="1" destOrd="0" presId="urn:microsoft.com/office/officeart/2005/8/layout/hierarchy1"/>
    <dgm:cxn modelId="{DE5C07B6-3012-4794-96BA-4AD9FB7CED1C}" type="presParOf" srcId="{5DE8717E-2BBD-4F17-8FFD-76F5C37B9A26}" destId="{3E6D7045-B892-47C7-BA4E-79277E9BCBC6}" srcOrd="1" destOrd="0" presId="urn:microsoft.com/office/officeart/2005/8/layout/hierarchy1"/>
    <dgm:cxn modelId="{5D713EAE-8C9E-4901-B4D0-6FD8DF2DB840}" type="presParOf" srcId="{3E6D7045-B892-47C7-BA4E-79277E9BCBC6}" destId="{8B820AA5-3772-4501-9B18-145263F1360A}" srcOrd="0" destOrd="0" presId="urn:microsoft.com/office/officeart/2005/8/layout/hierarchy1"/>
    <dgm:cxn modelId="{317523CF-C194-457C-80D0-20DE34F7FC88}" type="presParOf" srcId="{8B820AA5-3772-4501-9B18-145263F1360A}" destId="{469E38B1-A5CF-4409-99DE-F9A76EBA53D3}" srcOrd="0" destOrd="0" presId="urn:microsoft.com/office/officeart/2005/8/layout/hierarchy1"/>
    <dgm:cxn modelId="{6AFC015C-76E1-469A-AFC8-6E9E607895A0}" type="presParOf" srcId="{8B820AA5-3772-4501-9B18-145263F1360A}" destId="{0A33496D-CAC1-4D2F-97F7-492A3F6E5F3F}" srcOrd="1" destOrd="0" presId="urn:microsoft.com/office/officeart/2005/8/layout/hierarchy1"/>
    <dgm:cxn modelId="{BAAC75C5-43AF-4985-9286-8271E4E63340}" type="presParOf" srcId="{3E6D7045-B892-47C7-BA4E-79277E9BCBC6}" destId="{09E12D95-62FD-4AF0-854B-C6E6CAFE4A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E70653-6C3E-4194-8BE6-BFFB82B8AE4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F31D8C-D1BC-4945-816B-2FA70AF3F016}">
      <dgm:prSet/>
      <dgm:spPr/>
      <dgm:t>
        <a:bodyPr/>
        <a:lstStyle/>
        <a:p>
          <a:pPr>
            <a:defRPr b="1"/>
          </a:pPr>
          <a:r>
            <a:rPr lang="en-US"/>
            <a:t>Continue To:</a:t>
          </a:r>
        </a:p>
      </dgm:t>
    </dgm:pt>
    <dgm:pt modelId="{309A307F-5798-41C7-9CDD-9D7E907E29D1}" type="parTrans" cxnId="{9B60F058-2301-41F3-8911-4CAEAD54C3D0}">
      <dgm:prSet/>
      <dgm:spPr/>
      <dgm:t>
        <a:bodyPr/>
        <a:lstStyle/>
        <a:p>
          <a:endParaRPr lang="en-US"/>
        </a:p>
      </dgm:t>
    </dgm:pt>
    <dgm:pt modelId="{E84A1CB2-A4F2-4F89-ACC1-CAD680677845}" type="sibTrans" cxnId="{9B60F058-2301-41F3-8911-4CAEAD54C3D0}">
      <dgm:prSet/>
      <dgm:spPr/>
      <dgm:t>
        <a:bodyPr/>
        <a:lstStyle/>
        <a:p>
          <a:endParaRPr lang="en-US"/>
        </a:p>
      </dgm:t>
    </dgm:pt>
    <dgm:pt modelId="{7AD9DCC1-0093-459C-959C-FE9BFE63B2E0}">
      <dgm:prSet/>
      <dgm:spPr/>
      <dgm:t>
        <a:bodyPr/>
        <a:lstStyle/>
        <a:p>
          <a:r>
            <a:rPr lang="en-US"/>
            <a:t>Research Existing Solutions &amp; Define SOTA.</a:t>
          </a:r>
        </a:p>
      </dgm:t>
    </dgm:pt>
    <dgm:pt modelId="{29AC5A83-55EF-468E-9028-2EC70FC512AB}" type="parTrans" cxnId="{37F5D9DE-436D-4E47-9A7B-B889EB909227}">
      <dgm:prSet/>
      <dgm:spPr/>
      <dgm:t>
        <a:bodyPr/>
        <a:lstStyle/>
        <a:p>
          <a:endParaRPr lang="en-US"/>
        </a:p>
      </dgm:t>
    </dgm:pt>
    <dgm:pt modelId="{5BF31569-2B8D-4F34-B0E1-B9E3B9DD83CE}" type="sibTrans" cxnId="{37F5D9DE-436D-4E47-9A7B-B889EB909227}">
      <dgm:prSet/>
      <dgm:spPr/>
      <dgm:t>
        <a:bodyPr/>
        <a:lstStyle/>
        <a:p>
          <a:endParaRPr lang="en-US"/>
        </a:p>
      </dgm:t>
    </dgm:pt>
    <dgm:pt modelId="{06237437-A3CF-47FC-94D6-C2B75E5DA22F}">
      <dgm:prSet/>
      <dgm:spPr/>
      <dgm:t>
        <a:bodyPr/>
        <a:lstStyle/>
        <a:p>
          <a:r>
            <a:rPr lang="en-US"/>
            <a:t>Brainstorm Sensors, Power Systems, &amp; Data Acquisition Strategies</a:t>
          </a:r>
        </a:p>
      </dgm:t>
    </dgm:pt>
    <dgm:pt modelId="{01AF7C97-E163-4DD0-AABA-AF601CC137DA}" type="parTrans" cxnId="{2ECBF595-5AC7-49D2-A708-CD0ACEAE950D}">
      <dgm:prSet/>
      <dgm:spPr/>
      <dgm:t>
        <a:bodyPr/>
        <a:lstStyle/>
        <a:p>
          <a:endParaRPr lang="en-US"/>
        </a:p>
      </dgm:t>
    </dgm:pt>
    <dgm:pt modelId="{A397505C-B52E-4BE3-BF16-43AC3B072CD0}" type="sibTrans" cxnId="{2ECBF595-5AC7-49D2-A708-CD0ACEAE950D}">
      <dgm:prSet/>
      <dgm:spPr/>
      <dgm:t>
        <a:bodyPr/>
        <a:lstStyle/>
        <a:p>
          <a:endParaRPr lang="en-US"/>
        </a:p>
      </dgm:t>
    </dgm:pt>
    <dgm:pt modelId="{22904BC5-BE21-4805-82B3-0F9009FCFC21}">
      <dgm:prSet/>
      <dgm:spPr/>
      <dgm:t>
        <a:bodyPr/>
        <a:lstStyle/>
        <a:p>
          <a:r>
            <a:rPr lang="en-US"/>
            <a:t>Communicate with Team Members</a:t>
          </a:r>
        </a:p>
      </dgm:t>
    </dgm:pt>
    <dgm:pt modelId="{D67DC984-2059-4099-9F81-EFD9B598E1FB}" type="parTrans" cxnId="{4CBFD9F9-F20C-4C2F-9D0E-1E68F1B75099}">
      <dgm:prSet/>
      <dgm:spPr/>
      <dgm:t>
        <a:bodyPr/>
        <a:lstStyle/>
        <a:p>
          <a:endParaRPr lang="en-US"/>
        </a:p>
      </dgm:t>
    </dgm:pt>
    <dgm:pt modelId="{9A18A37A-E9E6-4D85-807F-18685F0714BC}" type="sibTrans" cxnId="{4CBFD9F9-F20C-4C2F-9D0E-1E68F1B75099}">
      <dgm:prSet/>
      <dgm:spPr/>
      <dgm:t>
        <a:bodyPr/>
        <a:lstStyle/>
        <a:p>
          <a:endParaRPr lang="en-US"/>
        </a:p>
      </dgm:t>
    </dgm:pt>
    <dgm:pt modelId="{97E32105-08D7-4139-9F4B-3AA86443B2F6}">
      <dgm:prSet/>
      <dgm:spPr/>
      <dgm:t>
        <a:bodyPr/>
        <a:lstStyle/>
        <a:p>
          <a:pPr>
            <a:defRPr b="1"/>
          </a:pPr>
          <a:r>
            <a:rPr lang="en-US"/>
            <a:t>By EOW, Have Finalized Scope Of Work &amp; Timeline</a:t>
          </a:r>
        </a:p>
      </dgm:t>
    </dgm:pt>
    <dgm:pt modelId="{2B229D14-6EA2-49BB-831B-8886C2038AB3}" type="parTrans" cxnId="{D6B44CB5-0F5B-4F35-B786-6B97F7552310}">
      <dgm:prSet/>
      <dgm:spPr/>
      <dgm:t>
        <a:bodyPr/>
        <a:lstStyle/>
        <a:p>
          <a:endParaRPr lang="en-US"/>
        </a:p>
      </dgm:t>
    </dgm:pt>
    <dgm:pt modelId="{58956129-593C-4536-8F2F-D6F898EC3720}" type="sibTrans" cxnId="{D6B44CB5-0F5B-4F35-B786-6B97F7552310}">
      <dgm:prSet/>
      <dgm:spPr/>
      <dgm:t>
        <a:bodyPr/>
        <a:lstStyle/>
        <a:p>
          <a:endParaRPr lang="en-US"/>
        </a:p>
      </dgm:t>
    </dgm:pt>
    <dgm:pt modelId="{1BA61194-1A65-47E5-9083-0F678EF72D01}" type="pres">
      <dgm:prSet presAssocID="{16E70653-6C3E-4194-8BE6-BFFB82B8AE46}" presName="root" presStyleCnt="0">
        <dgm:presLayoutVars>
          <dgm:dir/>
          <dgm:resizeHandles val="exact"/>
        </dgm:presLayoutVars>
      </dgm:prSet>
      <dgm:spPr/>
    </dgm:pt>
    <dgm:pt modelId="{A5677909-CE19-4879-AE75-A5D3913521E3}" type="pres">
      <dgm:prSet presAssocID="{55F31D8C-D1BC-4945-816B-2FA70AF3F016}" presName="compNode" presStyleCnt="0"/>
      <dgm:spPr/>
    </dgm:pt>
    <dgm:pt modelId="{D30F4C7D-B0AD-43EB-BB46-3E92E7BE97DC}" type="pres">
      <dgm:prSet presAssocID="{55F31D8C-D1BC-4945-816B-2FA70AF3F01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26AA21A-0B61-4C87-9242-6E2F697C4863}" type="pres">
      <dgm:prSet presAssocID="{55F31D8C-D1BC-4945-816B-2FA70AF3F016}" presName="iconSpace" presStyleCnt="0"/>
      <dgm:spPr/>
    </dgm:pt>
    <dgm:pt modelId="{49DD8519-5670-4591-9EB3-07C9204FA964}" type="pres">
      <dgm:prSet presAssocID="{55F31D8C-D1BC-4945-816B-2FA70AF3F016}" presName="parTx" presStyleLbl="revTx" presStyleIdx="0" presStyleCnt="4">
        <dgm:presLayoutVars>
          <dgm:chMax val="0"/>
          <dgm:chPref val="0"/>
        </dgm:presLayoutVars>
      </dgm:prSet>
      <dgm:spPr/>
    </dgm:pt>
    <dgm:pt modelId="{9DC07DBC-7E49-4B83-95C9-85C539260489}" type="pres">
      <dgm:prSet presAssocID="{55F31D8C-D1BC-4945-816B-2FA70AF3F016}" presName="txSpace" presStyleCnt="0"/>
      <dgm:spPr/>
    </dgm:pt>
    <dgm:pt modelId="{6961EB70-9F99-4472-A05C-AAD051EDED01}" type="pres">
      <dgm:prSet presAssocID="{55F31D8C-D1BC-4945-816B-2FA70AF3F016}" presName="desTx" presStyleLbl="revTx" presStyleIdx="1" presStyleCnt="4">
        <dgm:presLayoutVars/>
      </dgm:prSet>
      <dgm:spPr/>
    </dgm:pt>
    <dgm:pt modelId="{C4A20B15-4C8D-49C6-880D-8BBB9376F5D4}" type="pres">
      <dgm:prSet presAssocID="{E84A1CB2-A4F2-4F89-ACC1-CAD680677845}" presName="sibTrans" presStyleCnt="0"/>
      <dgm:spPr/>
    </dgm:pt>
    <dgm:pt modelId="{14B5DE4B-3C0A-4B56-9253-5DE35BD8657C}" type="pres">
      <dgm:prSet presAssocID="{97E32105-08D7-4139-9F4B-3AA86443B2F6}" presName="compNode" presStyleCnt="0"/>
      <dgm:spPr/>
    </dgm:pt>
    <dgm:pt modelId="{3C0C3B54-0C6A-44F7-8672-C39FD3FC5F1B}" type="pres">
      <dgm:prSet presAssocID="{97E32105-08D7-4139-9F4B-3AA86443B2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98553BE2-2FDB-4947-8A5E-5CB0ED603211}" type="pres">
      <dgm:prSet presAssocID="{97E32105-08D7-4139-9F4B-3AA86443B2F6}" presName="iconSpace" presStyleCnt="0"/>
      <dgm:spPr/>
    </dgm:pt>
    <dgm:pt modelId="{82A6DA78-ED68-48DB-B275-E21C38A49C2E}" type="pres">
      <dgm:prSet presAssocID="{97E32105-08D7-4139-9F4B-3AA86443B2F6}" presName="parTx" presStyleLbl="revTx" presStyleIdx="2" presStyleCnt="4">
        <dgm:presLayoutVars>
          <dgm:chMax val="0"/>
          <dgm:chPref val="0"/>
        </dgm:presLayoutVars>
      </dgm:prSet>
      <dgm:spPr/>
    </dgm:pt>
    <dgm:pt modelId="{210EEEEB-2486-4AA6-A228-33A4A464DE0E}" type="pres">
      <dgm:prSet presAssocID="{97E32105-08D7-4139-9F4B-3AA86443B2F6}" presName="txSpace" presStyleCnt="0"/>
      <dgm:spPr/>
    </dgm:pt>
    <dgm:pt modelId="{62AF9954-8D2E-43F8-8C8F-1E22516A1735}" type="pres">
      <dgm:prSet presAssocID="{97E32105-08D7-4139-9F4B-3AA86443B2F6}" presName="desTx" presStyleLbl="revTx" presStyleIdx="3" presStyleCnt="4">
        <dgm:presLayoutVars/>
      </dgm:prSet>
      <dgm:spPr/>
    </dgm:pt>
  </dgm:ptLst>
  <dgm:cxnLst>
    <dgm:cxn modelId="{F1418216-FEB9-4922-B4A4-94BBF558B223}" type="presOf" srcId="{16E70653-6C3E-4194-8BE6-BFFB82B8AE46}" destId="{1BA61194-1A65-47E5-9083-0F678EF72D01}" srcOrd="0" destOrd="0" presId="urn:microsoft.com/office/officeart/2018/5/layout/CenteredIconLabelDescriptionList"/>
    <dgm:cxn modelId="{23FA1673-1DC6-452A-82A2-44304BB863BD}" type="presOf" srcId="{97E32105-08D7-4139-9F4B-3AA86443B2F6}" destId="{82A6DA78-ED68-48DB-B275-E21C38A49C2E}" srcOrd="0" destOrd="0" presId="urn:microsoft.com/office/officeart/2018/5/layout/CenteredIconLabelDescriptionList"/>
    <dgm:cxn modelId="{9B60F058-2301-41F3-8911-4CAEAD54C3D0}" srcId="{16E70653-6C3E-4194-8BE6-BFFB82B8AE46}" destId="{55F31D8C-D1BC-4945-816B-2FA70AF3F016}" srcOrd="0" destOrd="0" parTransId="{309A307F-5798-41C7-9CDD-9D7E907E29D1}" sibTransId="{E84A1CB2-A4F2-4F89-ACC1-CAD680677845}"/>
    <dgm:cxn modelId="{BC8F2779-DFB2-4C40-A295-A11C497DDC44}" type="presOf" srcId="{55F31D8C-D1BC-4945-816B-2FA70AF3F016}" destId="{49DD8519-5670-4591-9EB3-07C9204FA964}" srcOrd="0" destOrd="0" presId="urn:microsoft.com/office/officeart/2018/5/layout/CenteredIconLabelDescriptionList"/>
    <dgm:cxn modelId="{E78FA988-5BC5-42FA-A01E-7678F6D2DF91}" type="presOf" srcId="{06237437-A3CF-47FC-94D6-C2B75E5DA22F}" destId="{6961EB70-9F99-4472-A05C-AAD051EDED01}" srcOrd="0" destOrd="1" presId="urn:microsoft.com/office/officeart/2018/5/layout/CenteredIconLabelDescriptionList"/>
    <dgm:cxn modelId="{2ECBF595-5AC7-49D2-A708-CD0ACEAE950D}" srcId="{55F31D8C-D1BC-4945-816B-2FA70AF3F016}" destId="{06237437-A3CF-47FC-94D6-C2B75E5DA22F}" srcOrd="1" destOrd="0" parTransId="{01AF7C97-E163-4DD0-AABA-AF601CC137DA}" sibTransId="{A397505C-B52E-4BE3-BF16-43AC3B072CD0}"/>
    <dgm:cxn modelId="{EDCB6397-F948-4B01-8A38-9A74511E64C9}" type="presOf" srcId="{22904BC5-BE21-4805-82B3-0F9009FCFC21}" destId="{6961EB70-9F99-4472-A05C-AAD051EDED01}" srcOrd="0" destOrd="2" presId="urn:microsoft.com/office/officeart/2018/5/layout/CenteredIconLabelDescriptionList"/>
    <dgm:cxn modelId="{197907A5-60C7-48F1-9B08-9EA277B11723}" type="presOf" srcId="{7AD9DCC1-0093-459C-959C-FE9BFE63B2E0}" destId="{6961EB70-9F99-4472-A05C-AAD051EDED01}" srcOrd="0" destOrd="0" presId="urn:microsoft.com/office/officeart/2018/5/layout/CenteredIconLabelDescriptionList"/>
    <dgm:cxn modelId="{D6B44CB5-0F5B-4F35-B786-6B97F7552310}" srcId="{16E70653-6C3E-4194-8BE6-BFFB82B8AE46}" destId="{97E32105-08D7-4139-9F4B-3AA86443B2F6}" srcOrd="1" destOrd="0" parTransId="{2B229D14-6EA2-49BB-831B-8886C2038AB3}" sibTransId="{58956129-593C-4536-8F2F-D6F898EC3720}"/>
    <dgm:cxn modelId="{37F5D9DE-436D-4E47-9A7B-B889EB909227}" srcId="{55F31D8C-D1BC-4945-816B-2FA70AF3F016}" destId="{7AD9DCC1-0093-459C-959C-FE9BFE63B2E0}" srcOrd="0" destOrd="0" parTransId="{29AC5A83-55EF-468E-9028-2EC70FC512AB}" sibTransId="{5BF31569-2B8D-4F34-B0E1-B9E3B9DD83CE}"/>
    <dgm:cxn modelId="{4CBFD9F9-F20C-4C2F-9D0E-1E68F1B75099}" srcId="{55F31D8C-D1BC-4945-816B-2FA70AF3F016}" destId="{22904BC5-BE21-4805-82B3-0F9009FCFC21}" srcOrd="2" destOrd="0" parTransId="{D67DC984-2059-4099-9F81-EFD9B598E1FB}" sibTransId="{9A18A37A-E9E6-4D85-807F-18685F0714BC}"/>
    <dgm:cxn modelId="{05151335-6611-4D36-B7E2-ADC43AA29F3B}" type="presParOf" srcId="{1BA61194-1A65-47E5-9083-0F678EF72D01}" destId="{A5677909-CE19-4879-AE75-A5D3913521E3}" srcOrd="0" destOrd="0" presId="urn:microsoft.com/office/officeart/2018/5/layout/CenteredIconLabelDescriptionList"/>
    <dgm:cxn modelId="{5F8FC77F-048F-454E-B1B1-5254493A223F}" type="presParOf" srcId="{A5677909-CE19-4879-AE75-A5D3913521E3}" destId="{D30F4C7D-B0AD-43EB-BB46-3E92E7BE97DC}" srcOrd="0" destOrd="0" presId="urn:microsoft.com/office/officeart/2018/5/layout/CenteredIconLabelDescriptionList"/>
    <dgm:cxn modelId="{4886CE94-735B-4DE1-B333-3409E7D20002}" type="presParOf" srcId="{A5677909-CE19-4879-AE75-A5D3913521E3}" destId="{326AA21A-0B61-4C87-9242-6E2F697C4863}" srcOrd="1" destOrd="0" presId="urn:microsoft.com/office/officeart/2018/5/layout/CenteredIconLabelDescriptionList"/>
    <dgm:cxn modelId="{7DBC95A4-BA46-4E18-A790-473B8FEB7521}" type="presParOf" srcId="{A5677909-CE19-4879-AE75-A5D3913521E3}" destId="{49DD8519-5670-4591-9EB3-07C9204FA964}" srcOrd="2" destOrd="0" presId="urn:microsoft.com/office/officeart/2018/5/layout/CenteredIconLabelDescriptionList"/>
    <dgm:cxn modelId="{A0F0A193-C6A9-4BF1-84F8-AE42F4F2E97A}" type="presParOf" srcId="{A5677909-CE19-4879-AE75-A5D3913521E3}" destId="{9DC07DBC-7E49-4B83-95C9-85C539260489}" srcOrd="3" destOrd="0" presId="urn:microsoft.com/office/officeart/2018/5/layout/CenteredIconLabelDescriptionList"/>
    <dgm:cxn modelId="{B3E314D7-0300-4C26-BE2B-B19DCFD95172}" type="presParOf" srcId="{A5677909-CE19-4879-AE75-A5D3913521E3}" destId="{6961EB70-9F99-4472-A05C-AAD051EDED01}" srcOrd="4" destOrd="0" presId="urn:microsoft.com/office/officeart/2018/5/layout/CenteredIconLabelDescriptionList"/>
    <dgm:cxn modelId="{C0287FEE-1153-4E57-BB25-497973F5D73F}" type="presParOf" srcId="{1BA61194-1A65-47E5-9083-0F678EF72D01}" destId="{C4A20B15-4C8D-49C6-880D-8BBB9376F5D4}" srcOrd="1" destOrd="0" presId="urn:microsoft.com/office/officeart/2018/5/layout/CenteredIconLabelDescriptionList"/>
    <dgm:cxn modelId="{A8DC6ECF-CFEC-44ED-892A-751A162F2E93}" type="presParOf" srcId="{1BA61194-1A65-47E5-9083-0F678EF72D01}" destId="{14B5DE4B-3C0A-4B56-9253-5DE35BD8657C}" srcOrd="2" destOrd="0" presId="urn:microsoft.com/office/officeart/2018/5/layout/CenteredIconLabelDescriptionList"/>
    <dgm:cxn modelId="{03005A4A-DF53-4A83-A0B0-42FD783DE660}" type="presParOf" srcId="{14B5DE4B-3C0A-4B56-9253-5DE35BD8657C}" destId="{3C0C3B54-0C6A-44F7-8672-C39FD3FC5F1B}" srcOrd="0" destOrd="0" presId="urn:microsoft.com/office/officeart/2018/5/layout/CenteredIconLabelDescriptionList"/>
    <dgm:cxn modelId="{E3A81C66-AEA5-4472-9B36-DD3D75732863}" type="presParOf" srcId="{14B5DE4B-3C0A-4B56-9253-5DE35BD8657C}" destId="{98553BE2-2FDB-4947-8A5E-5CB0ED603211}" srcOrd="1" destOrd="0" presId="urn:microsoft.com/office/officeart/2018/5/layout/CenteredIconLabelDescriptionList"/>
    <dgm:cxn modelId="{9D4186BA-30E9-4541-96E7-CB2446057666}" type="presParOf" srcId="{14B5DE4B-3C0A-4B56-9253-5DE35BD8657C}" destId="{82A6DA78-ED68-48DB-B275-E21C38A49C2E}" srcOrd="2" destOrd="0" presId="urn:microsoft.com/office/officeart/2018/5/layout/CenteredIconLabelDescriptionList"/>
    <dgm:cxn modelId="{EE00FA19-F23C-416C-813D-2E43CEAF1CDD}" type="presParOf" srcId="{14B5DE4B-3C0A-4B56-9253-5DE35BD8657C}" destId="{210EEEEB-2486-4AA6-A228-33A4A464DE0E}" srcOrd="3" destOrd="0" presId="urn:microsoft.com/office/officeart/2018/5/layout/CenteredIconLabelDescriptionList"/>
    <dgm:cxn modelId="{87D9C646-8F47-4D13-9C7D-A8F5E2A36F13}" type="presParOf" srcId="{14B5DE4B-3C0A-4B56-9253-5DE35BD8657C}" destId="{62AF9954-8D2E-43F8-8C8F-1E22516A17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6466B-6598-4878-90A3-E95E3CA14A5A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366B5-25E4-4AEB-8C46-AB42BA97EED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Yes, I feel that I met my promises this past week. There is nothing outstanding where I am holding my group back from making progress.</a:t>
          </a:r>
        </a:p>
      </dsp:txBody>
      <dsp:txXfrm>
        <a:off x="608661" y="692298"/>
        <a:ext cx="4508047" cy="2799040"/>
      </dsp:txXfrm>
    </dsp:sp>
    <dsp:sp modelId="{469E38B1-A5CF-4409-99DE-F9A76EBA53D3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3496D-CAC1-4D2F-97F7-492A3F6E5F3F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I have attended every class so far.</a:t>
          </a:r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F4C7D-B0AD-43EB-BB46-3E92E7BE97DC}">
      <dsp:nvSpPr>
        <dsp:cNvPr id="0" name=""/>
        <dsp:cNvSpPr/>
      </dsp:nvSpPr>
      <dsp:spPr>
        <a:xfrm>
          <a:off x="2169914" y="7584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D8519-5670-4591-9EB3-07C9204FA964}">
      <dsp:nvSpPr>
        <dsp:cNvPr id="0" name=""/>
        <dsp:cNvSpPr/>
      </dsp:nvSpPr>
      <dsp:spPr>
        <a:xfrm>
          <a:off x="765914" y="173996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Continue To:</a:t>
          </a:r>
        </a:p>
      </dsp:txBody>
      <dsp:txXfrm>
        <a:off x="765914" y="1739963"/>
        <a:ext cx="4320000" cy="648000"/>
      </dsp:txXfrm>
    </dsp:sp>
    <dsp:sp modelId="{6961EB70-9F99-4472-A05C-AAD051EDED01}">
      <dsp:nvSpPr>
        <dsp:cNvPr id="0" name=""/>
        <dsp:cNvSpPr/>
      </dsp:nvSpPr>
      <dsp:spPr>
        <a:xfrm>
          <a:off x="765914" y="2458718"/>
          <a:ext cx="4320000" cy="11548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Research Existing Solutions &amp; Define SOTA.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Brainstorm Sensors, Power Systems, &amp; Data Acquisition Strategies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Communicate with Team Members</a:t>
          </a:r>
        </a:p>
      </dsp:txBody>
      <dsp:txXfrm>
        <a:off x="765914" y="2458718"/>
        <a:ext cx="4320000" cy="1154845"/>
      </dsp:txXfrm>
    </dsp:sp>
    <dsp:sp modelId="{3C0C3B54-0C6A-44F7-8672-C39FD3FC5F1B}">
      <dsp:nvSpPr>
        <dsp:cNvPr id="0" name=""/>
        <dsp:cNvSpPr/>
      </dsp:nvSpPr>
      <dsp:spPr>
        <a:xfrm>
          <a:off x="7245914" y="75841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6DA78-ED68-48DB-B275-E21C38A49C2E}">
      <dsp:nvSpPr>
        <dsp:cNvPr id="0" name=""/>
        <dsp:cNvSpPr/>
      </dsp:nvSpPr>
      <dsp:spPr>
        <a:xfrm>
          <a:off x="5841914" y="173996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By EOW, Have Finalized Scope Of Work &amp; Timeline</a:t>
          </a:r>
        </a:p>
      </dsp:txBody>
      <dsp:txXfrm>
        <a:off x="5841914" y="1739963"/>
        <a:ext cx="4320000" cy="648000"/>
      </dsp:txXfrm>
    </dsp:sp>
    <dsp:sp modelId="{62AF9954-8D2E-43F8-8C8F-1E22516A1735}">
      <dsp:nvSpPr>
        <dsp:cNvPr id="0" name=""/>
        <dsp:cNvSpPr/>
      </dsp:nvSpPr>
      <dsp:spPr>
        <a:xfrm>
          <a:off x="5841914" y="2458718"/>
          <a:ext cx="4320000" cy="11548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0A1B-4D70-AA4A-4B24-E9BB695B5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04C0C-3955-EBA6-880A-28C82B08F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AA65-BAD6-8C14-0E05-271210A6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DE06-D2A6-8C73-92BF-6F7BE2AB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D412-3C16-1DDA-BE30-0FCC7F02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4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95CC-B8D0-185C-B83A-85D7851B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023D-7FB7-0B0E-D35A-A29F5246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7B439-24C5-A3DA-7F99-9D4856FE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B03C-AF5A-E34A-9FAC-8C0F4117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53C5-BB28-881C-EE94-85F4CC71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1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A13E-2DC7-AEC7-A241-C04DFB40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C24C4-265E-DB3C-CCB2-EFFAF3525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16862-E4C0-EC5A-D0D3-7C6FE582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3BC7B-0790-06DF-F7FD-CD45414C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64DBF-78A8-68C1-945B-9D9FD0E3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7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3E48-C523-FD0A-3750-6E108456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989E-3B6A-BFBB-919D-F592E13A3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E9A56-F4EA-BE6D-0BE4-9543D85F1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AFD4C-633D-FE63-EB1B-C6E2AF52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5803E-465A-9114-9A2F-D6DF7F00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7B8FF-F1B3-C547-2091-9D8FC4F3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1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02CE-0387-94CA-B91E-00C2D545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04668-5E64-D9DF-55E5-CF9353F74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08D87-1F5A-EDB0-B0F4-649D9CD22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8C1FC-DF73-6CDE-12E7-7D80990E4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BD1FA-F2CA-1ADF-7D4E-B2722836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63832-2106-C50C-06DC-ECB197C0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7CA24-1744-EECB-7250-01FB741F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E4AEE-822E-1B31-BD8E-AA6643C8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0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E416-2B97-B8B0-C931-4D32A687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D8D91-B1BA-E134-F9D5-1A2C25E5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F17FC-5520-6EFA-1857-15372AE3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F1E92-7C4E-F3AD-DF23-985A464D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3911A-128E-FF59-6FE0-C55E4DE5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9482E-5155-C807-10FE-8D0B0442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D6A3-92E3-A798-9D5D-363DEF1A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3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3CB-A751-53D6-9EEC-8AA9A3B8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FA2D-F6D4-274C-02F2-BF7FD1885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5076F-0088-4D56-C522-9C51448B9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E3CD0-1A1F-34CD-5717-85C9D613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AD1BC-17A9-E29C-23A6-04287F99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88C53-8FC1-4C1C-6B56-CEEFC92A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820F-FA57-2050-27DD-F47145E9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528EC-EBDD-C5C8-51DE-730AD10FF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14EE-249D-A242-E3B0-3D8DFFB42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BCFBC-5A1E-90F8-F667-D03B0BD8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FD005-24A6-6269-4D27-5D19653B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9450D-9447-95F1-331D-6505B3CF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E8E5-349C-5F4D-19DC-BB4742055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12556-0883-F1D7-3376-C66C122E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89063-AD98-CE17-AE0F-0AB91911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EFFDC-5633-8DC8-7C34-FCAD274E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F71C-10EE-4E46-94DD-A948C0B2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6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28F62-BA96-9FF2-748D-6BBC7394A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2757F-E438-B15B-C89D-60AE310E3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0D2E-AB2D-27DD-743D-388320BB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966C1-2414-CD64-DA86-AEDD71CB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32FD-C06B-CD70-A31E-D788D7B0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1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F1AE7-2DD8-DB1F-450A-6C0DADB1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D2D04-6150-7408-E12D-2EC0D3F29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2577-9F9C-D26B-1479-412BAF742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95FF2-3039-4EDA-A46C-839541DE91E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B5097-E49E-F423-853D-4EE30C106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4A06-B5DC-00E2-7C21-A52CEFFBC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8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hdphoto" Target="../media/hdphoto1.wdp"/><Relationship Id="rId7" Type="http://schemas.openxmlformats.org/officeDocument/2006/relationships/hyperlink" Target="https://www.digikey.com/en/products/detail/adafruit-industries-llc/4566/12396895?gclsrc=aw.ds&amp;gad_source=1&amp;gad_campaignid=20243136172&amp;gbraid=0AAAAADrbLlg2yglLWIPObsBAfQDIh4nN4&amp;gclid=Cj0KCQjw58PGBhCkARIsADbDilySknzvEh5FbQzKbMNu2RqpLOMY6W43GQoLdAceXRdGyK4_SkUR3rUaAmr-EALw_wcB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hyperlink" Target="https://www.amazon.com/DAOKI-BF350-3AA-High-Precision-Pressure-Resistance/dp/B07X87CJD8/ref=sr_1_3?dib=eyJ2IjoiMSJ9.bCQ7d-HOmuRwpyKdxDvfzEUKfvZyxcbFvN6HEaENf0ird-ryY6J-WeC4_jkQyi4g_v-4fPzTD78twy7dwAiYjb0mkPthJs2SR_FCcVsRR6tHF3n91C1EeqzwB9NruQpkBPDWoKwr9n_1G5onDQr2Vn-K8jSR_sRj7VUsUNZjoym76fVFP75Rpyw5mlsElSHHlWhLLDThZH6BLWwlvWhlpUAfqdZL7V0UG2eZR8XSzVU.mt0z0A_iEwo3CgRhbj8Svm2fzMq0s_PpZYvgK96yWuU&amp;dib_tag=se&amp;hvadid=616863380622&amp;hvdev=c&amp;hvexpln=0&amp;hvlocphy=9016722&amp;hvnetw=g&amp;hvocijid=17854694601362915027--&amp;hvqmt=e&amp;hvrand=17854694601362915027&amp;hvtargid=kwd-29226036&amp;hydadcr=24663_13611861&amp;keywords=strain+gauge&amp;mcid=ee6ef47ee2b231f593486675b3abfbb7&amp;qid=1758549835&amp;sr=8-3" TargetMode="External"/><Relationship Id="rId9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2958D-0C40-204B-9ED1-4BD0FB536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Wabash Capstone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Project Notes 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5D7C2-8067-C721-3AB4-A501BB920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By: John Danison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843B0-C757-4FC3-AADF-13EB408D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5347-4F5A-7533-4C7B-DA3F52D3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Have I Done This Week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76ACF2-79E8-003A-8D5E-68FBFACD2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3574"/>
            <a:ext cx="10515600" cy="3539238"/>
          </a:xfrm>
        </p:spPr>
        <p:txBody>
          <a:bodyPr/>
          <a:lstStyle/>
          <a:p>
            <a:r>
              <a:rPr lang="en-US" dirty="0"/>
              <a:t>Met In Person w/ Client</a:t>
            </a:r>
          </a:p>
          <a:p>
            <a:pPr lvl="1"/>
            <a:r>
              <a:rPr lang="en-US" dirty="0"/>
              <a:t>Reviewed &amp; Gained Insight Into Project</a:t>
            </a:r>
          </a:p>
          <a:p>
            <a:r>
              <a:rPr lang="en-US" dirty="0"/>
              <a:t>Reviewed What Current State-Of-The-Art Is</a:t>
            </a:r>
          </a:p>
          <a:p>
            <a:pPr lvl="1"/>
            <a:r>
              <a:rPr lang="en-US" dirty="0"/>
              <a:t>Researched patents, products, &amp; more.</a:t>
            </a:r>
          </a:p>
          <a:p>
            <a:pPr lvl="1"/>
            <a:r>
              <a:rPr lang="en-US" dirty="0"/>
              <a:t>Wrote 2.2 in CW16</a:t>
            </a:r>
          </a:p>
          <a:p>
            <a:r>
              <a:rPr lang="en-US" dirty="0"/>
              <a:t>Started Brainstorming System Sensors</a:t>
            </a:r>
          </a:p>
          <a:p>
            <a:r>
              <a:rPr lang="en-US" dirty="0"/>
              <a:t>Started Brainstorming System Power</a:t>
            </a:r>
          </a:p>
        </p:txBody>
      </p:sp>
      <p:pic>
        <p:nvPicPr>
          <p:cNvPr id="7" name="Picture 2" descr="Technical Team Icon - Technical Team Icon - Free Transparent PNG Clipart Images Download">
            <a:extLst>
              <a:ext uri="{FF2B5EF4-FFF2-40B4-BE49-F238E27FC236}">
                <a16:creationId xmlns:a16="http://schemas.microsoft.com/office/drawing/2014/main" id="{282AE2B6-6494-B668-38E1-DF1634D24C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642" b="87669" l="21786" r="76905">
                        <a14:foregroundMark x1="33929" y1="46115" x2="29048" y2="60642"/>
                        <a14:foregroundMark x1="29048" y1="60642" x2="36786" y2="51014"/>
                        <a14:foregroundMark x1="36786" y1="51014" x2="32024" y2="63514"/>
                        <a14:foregroundMark x1="32024" y1="63514" x2="38452" y2="51689"/>
                        <a14:foregroundMark x1="38452" y1="51689" x2="34048" y2="45946"/>
                        <a14:foregroundMark x1="29405" y1="59966" x2="30595" y2="62331"/>
                        <a14:foregroundMark x1="29524" y1="59628" x2="31190" y2="62331"/>
                        <a14:foregroundMark x1="29286" y1="60304" x2="31667" y2="60811"/>
                        <a14:foregroundMark x1="29881" y1="69426" x2="21786" y2="78378"/>
                        <a14:foregroundMark x1="21786" y1="78378" x2="33095" y2="81926"/>
                        <a14:foregroundMark x1="33095" y1="81926" x2="35887" y2="79195"/>
                        <a14:foregroundMark x1="31782" y1="73311" x2="29286" y2="73311"/>
                        <a14:foregroundMark x1="41905" y1="73311" x2="36793" y2="73311"/>
                        <a14:foregroundMark x1="29286" y1="73311" x2="29832" y2="73601"/>
                        <a14:foregroundMark x1="39524" y1="83277" x2="54881" y2="87669"/>
                        <a14:foregroundMark x1="54881" y1="87669" x2="62024" y2="85980"/>
                        <a14:foregroundMark x1="52262" y1="69426" x2="48690" y2="61486"/>
                        <a14:foregroundMark x1="58341" y1="31826" x2="59524" y2="33446"/>
                        <a14:foregroundMark x1="59524" y1="33446" x2="58923" y2="31889"/>
                        <a14:foregroundMark x1="49405" y1="15541" x2="49196" y2="17205"/>
                        <a14:foregroundMark x1="50106" y1="37911" x2="51786" y2="41047"/>
                        <a14:foregroundMark x1="47385" y1="32830" x2="48077" y2="34121"/>
                        <a14:foregroundMark x1="52381" y1="13345" x2="53622" y2="13384"/>
                        <a14:foregroundMark x1="57521" y1="10901" x2="54881" y2="10642"/>
                        <a14:foregroundMark x1="67143" y1="54730" x2="65357" y2="59628"/>
                        <a14:foregroundMark x1="60119" y1="72128" x2="68571" y2="80743"/>
                        <a14:foregroundMark x1="68571" y1="80743" x2="72976" y2="76858"/>
                        <a14:foregroundMark x1="42143" y1="76689" x2="37381" y2="78209"/>
                        <a14:foregroundMark x1="43214" y1="76351" x2="41071" y2="76858"/>
                        <a14:foregroundMark x1="37738" y1="79054" x2="39048" y2="82095"/>
                        <a14:backgroundMark x1="31786" y1="73311" x2="32024" y2="76520"/>
                        <a14:backgroundMark x1="35480" y1="74777" x2="35357" y2="76520"/>
                        <a14:backgroundMark x1="35595" y1="73142" x2="35493" y2="74593"/>
                        <a14:backgroundMark x1="36786" y1="79561" x2="37751" y2="78918"/>
                        <a14:backgroundMark x1="37173" y1="77811" x2="36310" y2="79561"/>
                        <a14:backgroundMark x1="42302" y1="74531" x2="43095" y2="74155"/>
                        <a14:backgroundMark x1="58452" y1="27027" x2="56667" y2="29392"/>
                        <a14:backgroundMark x1="56548" y1="25338" x2="57143" y2="28716"/>
                        <a14:backgroundMark x1="56905" y1="26689" x2="57857" y2="26858"/>
                        <a14:backgroundMark x1="58929" y1="28378" x2="55833" y2="28041"/>
                        <a14:backgroundMark x1="57262" y1="23818" x2="54405" y2="27196"/>
                        <a14:backgroundMark x1="59881" y1="14865" x2="54286" y2="14865"/>
                        <a14:backgroundMark x1="55833" y1="14020" x2="61905" y2="16385"/>
                        <a14:backgroundMark x1="50357" y1="17399" x2="49048" y2="33108"/>
                        <a14:backgroundMark x1="49048" y1="33108" x2="51310" y2="366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5" t="8269" r="16367" b="6487"/>
          <a:stretch>
            <a:fillRect/>
          </a:stretch>
        </p:blipFill>
        <p:spPr bwMode="auto">
          <a:xfrm>
            <a:off x="7907735" y="2273574"/>
            <a:ext cx="3947611" cy="353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DAOKI 10Pcs BF350-3AA BF350 350 ohm High-Precision Pressure Resistance Strain Gauge">
            <a:hlinkClick r:id="rId4"/>
            <a:extLst>
              <a:ext uri="{FF2B5EF4-FFF2-40B4-BE49-F238E27FC236}">
                <a16:creationId xmlns:a16="http://schemas.microsoft.com/office/drawing/2014/main" id="{4684732D-D2D3-ED56-2127-AA83EDF27C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341" b="25862" l="5556" r="59004">
                        <a14:foregroundMark x1="10728" y1="25096" x2="22989" y2="25479"/>
                        <a14:foregroundMark x1="22989" y1="25479" x2="30843" y2="25287"/>
                        <a14:foregroundMark x1="31992" y1="23755" x2="40038" y2="21648"/>
                        <a14:foregroundMark x1="40038" y1="21648" x2="44253" y2="18391"/>
                        <a14:foregroundMark x1="44253" y1="18391" x2="55172" y2="4215"/>
                        <a14:foregroundMark x1="55172" y1="4215" x2="59195" y2="3065"/>
                        <a14:foregroundMark x1="35249" y1="22031" x2="41379" y2="19540"/>
                        <a14:foregroundMark x1="41379" y1="19540" x2="57088" y2="3065"/>
                        <a14:foregroundMark x1="35824" y1="18008" x2="42720" y2="15134"/>
                        <a14:foregroundMark x1="42720" y1="15134" x2="47510" y2="11111"/>
                        <a14:foregroundMark x1="47510" y1="11111" x2="50575" y2="6130"/>
                        <a14:foregroundMark x1="50575" y1="6130" x2="56130" y2="1533"/>
                        <a14:foregroundMark x1="56130" y1="1533" x2="56705" y2="1341"/>
                        <a14:foregroundMark x1="14176" y1="25862" x2="10345" y2="23946"/>
                        <a14:foregroundMark x1="47318" y1="13793" x2="47510" y2="14559"/>
                        <a14:foregroundMark x1="41379" y1="20498" x2="43870" y2="19157"/>
                        <a14:foregroundMark x1="43103" y1="19349" x2="38123" y2="22797"/>
                        <a14:foregroundMark x1="39464" y1="17433" x2="48276" y2="15134"/>
                        <a14:foregroundMark x1="50575" y1="6322" x2="54981" y2="2490"/>
                        <a14:foregroundMark x1="54598" y1="2490" x2="49425" y2="5556"/>
                        <a14:foregroundMark x1="49425" y1="5556" x2="47126" y2="8238"/>
                        <a14:foregroundMark x1="49042" y1="8046" x2="45402" y2="120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3568" b="71481"/>
          <a:stretch>
            <a:fillRect/>
          </a:stretch>
        </p:blipFill>
        <p:spPr bwMode="auto">
          <a:xfrm>
            <a:off x="838199" y="5557241"/>
            <a:ext cx="2133170" cy="107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4566">
            <a:hlinkClick r:id="rId7"/>
            <a:extLst>
              <a:ext uri="{FF2B5EF4-FFF2-40B4-BE49-F238E27FC236}">
                <a16:creationId xmlns:a16="http://schemas.microsoft.com/office/drawing/2014/main" id="{2EE99E6B-0F66-1C81-D51E-5B7DF6DF6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3750" b="56563" l="17500" r="85469">
                        <a14:foregroundMark x1="25156" y1="19844" x2="28125" y2="48281"/>
                        <a14:foregroundMark x1="28125" y1="48281" x2="36719" y2="19688"/>
                        <a14:foregroundMark x1="36719" y1="19688" x2="59844" y2="11719"/>
                        <a14:foregroundMark x1="59844" y1="11719" x2="77500" y2="28438"/>
                        <a14:foregroundMark x1="77500" y1="28438" x2="52500" y2="52188"/>
                        <a14:foregroundMark x1="52500" y1="52188" x2="20625" y2="55156"/>
                        <a14:foregroundMark x1="20625" y1="55156" x2="20000" y2="51094"/>
                        <a14:foregroundMark x1="17500" y1="28906" x2="26094" y2="25938"/>
                        <a14:foregroundMark x1="35469" y1="21406" x2="78438" y2="15625"/>
                        <a14:foregroundMark x1="78438" y1="15625" x2="76719" y2="46563"/>
                        <a14:foregroundMark x1="76719" y1="46563" x2="71875" y2="47344"/>
                        <a14:foregroundMark x1="80000" y1="44375" x2="81563" y2="34688"/>
                        <a14:foregroundMark x1="85469" y1="38281" x2="71875" y2="42188"/>
                        <a14:foregroundMark x1="80625" y1="37969" x2="81563" y2="49219"/>
                        <a14:foregroundMark x1="78438" y1="33438" x2="55781" y2="47969"/>
                        <a14:foregroundMark x1="52656" y1="25625" x2="42656" y2="22500"/>
                        <a14:foregroundMark x1="47813" y1="26250" x2="27031" y2="15625"/>
                        <a14:foregroundMark x1="39688" y1="28906" x2="45781" y2="33750"/>
                        <a14:foregroundMark x1="40000" y1="33750" x2="44531" y2="38281"/>
                        <a14:foregroundMark x1="37500" y1="29844" x2="56094" y2="33125"/>
                        <a14:foregroundMark x1="32188" y1="51875" x2="30625" y2="50156"/>
                        <a14:foregroundMark x1="50313" y1="27031" x2="50000" y2="25938"/>
                        <a14:foregroundMark x1="51250" y1="25313" x2="56094" y2="31875"/>
                        <a14:foregroundMark x1="48438" y1="24688" x2="57344" y2="373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48" t="8716" r="15633" b="38051"/>
          <a:stretch>
            <a:fillRect/>
          </a:stretch>
        </p:blipFill>
        <p:spPr bwMode="auto">
          <a:xfrm>
            <a:off x="3237874" y="5554272"/>
            <a:ext cx="1482807" cy="107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2809">
            <a:extLst>
              <a:ext uri="{FF2B5EF4-FFF2-40B4-BE49-F238E27FC236}">
                <a16:creationId xmlns:a16="http://schemas.microsoft.com/office/drawing/2014/main" id="{99B4DEDA-30D9-49AA-CDBD-22111BED5E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51" t="28545" r="19919" b="27685"/>
          <a:stretch>
            <a:fillRect/>
          </a:stretch>
        </p:blipFill>
        <p:spPr bwMode="auto">
          <a:xfrm>
            <a:off x="4987186" y="5554271"/>
            <a:ext cx="1508073" cy="107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8806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65195-0B3C-3ECE-1C66-44C92126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Did I Do What I Say I Would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903097-7913-B7AF-C378-E5DC770B1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58336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654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221FF-91B1-6851-C9A6-E58A496E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Plans For Upcoming Week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F22C15-454B-0516-E3AF-1C8DD9EAE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548835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520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137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Wabash Capstone Project Notes 01</vt:lpstr>
      <vt:lpstr>What Have I Done This Week</vt:lpstr>
      <vt:lpstr>Did I Do What I Say I Would Do?</vt:lpstr>
      <vt:lpstr>Plans For Upcoming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Thomas Danison</dc:creator>
  <cp:lastModifiedBy>John Thomas Danison</cp:lastModifiedBy>
  <cp:revision>5</cp:revision>
  <dcterms:created xsi:type="dcterms:W3CDTF">2025-09-22T13:39:50Z</dcterms:created>
  <dcterms:modified xsi:type="dcterms:W3CDTF">2025-09-22T14:13:23Z</dcterms:modified>
</cp:coreProperties>
</file>